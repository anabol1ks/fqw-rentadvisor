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37" r:id="rId1"/>
  </p:sldMasterIdLst>
  <p:notesMasterIdLst>
    <p:notesMasterId r:id="rId16"/>
  </p:notesMasterIdLst>
  <p:handoutMasterIdLst>
    <p:handoutMasterId r:id="rId17"/>
  </p:handoutMasterIdLst>
  <p:sldIdLst>
    <p:sldId id="7660" r:id="rId2"/>
    <p:sldId id="7683" r:id="rId3"/>
    <p:sldId id="7672" r:id="rId4"/>
    <p:sldId id="7684" r:id="rId5"/>
    <p:sldId id="7685" r:id="rId6"/>
    <p:sldId id="7686" r:id="rId7"/>
    <p:sldId id="7687" r:id="rId8"/>
    <p:sldId id="7688" r:id="rId9"/>
    <p:sldId id="7689" r:id="rId10"/>
    <p:sldId id="7690" r:id="rId11"/>
    <p:sldId id="7691" r:id="rId12"/>
    <p:sldId id="7692" r:id="rId13"/>
    <p:sldId id="7693" r:id="rId14"/>
    <p:sldId id="7669" r:id="rId15"/>
  </p:sldIdLst>
  <p:sldSz cx="12192000" cy="6858000"/>
  <p:notesSz cx="6858000" cy="9144000"/>
  <p:custDataLst>
    <p:tags r:id="rId18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90" userDrawn="1">
          <p15:clr>
            <a:srgbClr val="A4A3A4"/>
          </p15:clr>
        </p15:guide>
        <p15:guide id="2" pos="2479" userDrawn="1">
          <p15:clr>
            <a:srgbClr val="A4A3A4"/>
          </p15:clr>
        </p15:guide>
        <p15:guide id="3" orient="horz" pos="482" userDrawn="1">
          <p15:clr>
            <a:srgbClr val="A4A3A4"/>
          </p15:clr>
        </p15:guide>
        <p15:guide id="4" orient="horz" pos="1162" userDrawn="1">
          <p15:clr>
            <a:srgbClr val="A4A3A4"/>
          </p15:clr>
        </p15:guide>
        <p15:guide id="5" orient="horz" pos="1366" userDrawn="1">
          <p15:clr>
            <a:srgbClr val="A4A3A4"/>
          </p15:clr>
        </p15:guide>
        <p15:guide id="6" pos="5518" userDrawn="1">
          <p15:clr>
            <a:srgbClr val="A4A3A4"/>
          </p15:clr>
        </p15:guide>
        <p15:guide id="7" orient="horz" pos="2341" userDrawn="1">
          <p15:clr>
            <a:srgbClr val="A4A3A4"/>
          </p15:clr>
        </p15:guide>
        <p15:guide id="8" orient="horz" pos="2591" userDrawn="1">
          <p15:clr>
            <a:srgbClr val="A4A3A4"/>
          </p15:clr>
        </p15:guide>
        <p15:guide id="9" orient="horz" pos="2523" userDrawn="1">
          <p15:clr>
            <a:srgbClr val="A4A3A4"/>
          </p15:clr>
        </p15:guide>
        <p15:guide id="10" pos="6698" userDrawn="1">
          <p15:clr>
            <a:srgbClr val="A4A3A4"/>
          </p15:clr>
        </p15:guide>
        <p15:guide id="11" orient="horz" pos="1117" userDrawn="1">
          <p15:clr>
            <a:srgbClr val="A4A3A4"/>
          </p15:clr>
        </p15:guide>
        <p15:guide id="12" orient="horz" pos="436" userDrawn="1">
          <p15:clr>
            <a:srgbClr val="A4A3A4"/>
          </p15:clr>
        </p15:guide>
        <p15:guide id="14" pos="5450" userDrawn="1">
          <p15:clr>
            <a:srgbClr val="A4A3A4"/>
          </p15:clr>
        </p15:guide>
        <p15:guide id="15" orient="horz" pos="1253" userDrawn="1">
          <p15:clr>
            <a:srgbClr val="A4A3A4"/>
          </p15:clr>
        </p15:guide>
        <p15:guide id="16" pos="6176" userDrawn="1">
          <p15:clr>
            <a:srgbClr val="A4A3A4"/>
          </p15:clr>
        </p15:guide>
        <p15:guide id="17" pos="1527" userDrawn="1">
          <p15:clr>
            <a:srgbClr val="A4A3A4"/>
          </p15:clr>
        </p15:guide>
        <p15:guide id="18" pos="3092" userDrawn="1">
          <p15:clr>
            <a:srgbClr val="A4A3A4"/>
          </p15:clr>
        </p15:guide>
        <p15:guide id="19" pos="5382" userDrawn="1">
          <p15:clr>
            <a:srgbClr val="A4A3A4"/>
          </p15:clr>
        </p15:guide>
        <p15:guide id="21" pos="960" userDrawn="1">
          <p15:clr>
            <a:srgbClr val="A4A3A4"/>
          </p15:clr>
        </p15:guide>
        <p15:guide id="22" pos="2434" userDrawn="1">
          <p15:clr>
            <a:srgbClr val="A4A3A4"/>
          </p15:clr>
        </p15:guide>
        <p15:guide id="23" orient="horz" pos="2047" userDrawn="1">
          <p15:clr>
            <a:srgbClr val="A4A3A4"/>
          </p15:clr>
        </p15:guide>
        <p15:guide id="24" pos="1277" userDrawn="1">
          <p15:clr>
            <a:srgbClr val="A4A3A4"/>
          </p15:clr>
        </p15:guide>
        <p15:guide id="25" pos="407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153A0"/>
    <a:srgbClr val="5C5C5C"/>
    <a:srgbClr val="686868"/>
    <a:srgbClr val="5F5F5F"/>
    <a:srgbClr val="32519E"/>
    <a:srgbClr val="3055A1"/>
    <a:srgbClr val="3056A3"/>
    <a:srgbClr val="3376B6"/>
    <a:srgbClr val="365CA7"/>
    <a:srgbClr val="0B90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045" autoAdjust="0"/>
  </p:normalViewPr>
  <p:slideViewPr>
    <p:cSldViewPr snapToGrid="0">
      <p:cViewPr varScale="1">
        <p:scale>
          <a:sx n="86" d="100"/>
          <a:sy n="86" d="100"/>
        </p:scale>
        <p:origin x="514" y="48"/>
      </p:cViewPr>
      <p:guideLst>
        <p:guide orient="horz" pos="3090"/>
        <p:guide pos="2479"/>
        <p:guide orient="horz" pos="482"/>
        <p:guide orient="horz" pos="1162"/>
        <p:guide orient="horz" pos="1366"/>
        <p:guide pos="5518"/>
        <p:guide orient="horz" pos="2341"/>
        <p:guide orient="horz" pos="2591"/>
        <p:guide orient="horz" pos="2523"/>
        <p:guide pos="6698"/>
        <p:guide orient="horz" pos="1117"/>
        <p:guide orient="horz" pos="436"/>
        <p:guide pos="5450"/>
        <p:guide orient="horz" pos="1253"/>
        <p:guide pos="6176"/>
        <p:guide pos="1527"/>
        <p:guide pos="3092"/>
        <p:guide pos="5382"/>
        <p:guide pos="960"/>
        <p:guide pos="2434"/>
        <p:guide orient="horz" pos="2047"/>
        <p:guide pos="1277"/>
        <p:guide pos="407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66" d="100"/>
          <a:sy n="66" d="100"/>
        </p:scale>
        <p:origin x="3162" y="90"/>
      </p:cViewPr>
      <p:guideLst/>
    </p:cSldViewPr>
  </p:notesViewPr>
  <p:gridSpacing cx="46800" cy="46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0876A335-CE86-7ED6-889D-53C24E470A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2C012AE-C7DD-E3CE-3D45-392B3B4E6CC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17ABCC-CF3C-4532-9ACD-4FD4F6964F21}" type="datetimeFigureOut">
              <a:rPr lang="ru-RU" smtClean="0">
                <a:latin typeface="Arial" panose="020B0604020202020204" pitchFamily="34" charset="0"/>
              </a:rPr>
              <a:t>03.06.2026</a:t>
            </a:fld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683633C-E4E3-D67A-FA0A-86B47BBB85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84A13D7-DA5D-A715-E3E0-0777B3084C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6B385E-F5AC-4220-88E8-D359F0C98E96}" type="slidenum">
              <a:rPr lang="ru-RU" smtClean="0">
                <a:latin typeface="Arial" panose="020B0604020202020204" pitchFamily="34" charset="0"/>
              </a:rPr>
              <a:t>‹#›</a:t>
            </a:fld>
            <a:endParaRPr lang="ru-RU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899375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sym typeface="Arial" panose="02000506040000020004" pitchFamily="2" charset="0"/>
              </a:defRPr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  <a:sym typeface="Arial" panose="02000506040000020004" pitchFamily="2" charset="0"/>
              </a:defRPr>
            </a:lvl1pPr>
          </a:lstStyle>
          <a:p>
            <a:fld id="{FBE26D7A-F5EB-4C23-8032-E31C77D84C5A}" type="datetimeFigureOut">
              <a:rPr lang="ru-RU" smtClean="0"/>
              <a:pPr/>
              <a:t>03.06.2026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  <a:sym typeface="Arial" panose="02000506040000020004" pitchFamily="2" charset="0"/>
              </a:defRPr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  <a:sym typeface="Arial" panose="02000506040000020004" pitchFamily="2" charset="0"/>
              </a:defRPr>
            </a:lvl1pPr>
          </a:lstStyle>
          <a:p>
            <a:fld id="{23B3B5DC-1A24-4803-AA36-26180B22D0F9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49729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  <a:sym typeface="Arial" panose="02000506040000020004" pitchFamily="2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  <a:sym typeface="Arial" panose="02000506040000020004" pitchFamily="2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  <a:sym typeface="Arial" panose="02000506040000020004" pitchFamily="2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  <a:sym typeface="Arial" panose="02000506040000020004" pitchFamily="2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  <a:sym typeface="Arial" panose="02000506040000020004" pitchFamily="2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3.bin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3.bin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3.bin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3.bin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3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4.bin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tags" Target="../tags/tag15.xml"/><Relationship Id="rId7" Type="http://schemas.openxmlformats.org/officeDocument/2006/relationships/oleObject" Target="../embeddings/oleObject5.bin"/><Relationship Id="rId2" Type="http://schemas.openxmlformats.org/officeDocument/2006/relationships/tags" Target="../tags/tag14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17.xml"/><Relationship Id="rId7" Type="http://schemas.openxmlformats.org/officeDocument/2006/relationships/image" Target="../media/image5.png"/><Relationship Id="rId2" Type="http://schemas.openxmlformats.org/officeDocument/2006/relationships/tags" Target="../tags/tag16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5.bin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tags" Target="../tags/tag19.xml"/><Relationship Id="rId7" Type="http://schemas.openxmlformats.org/officeDocument/2006/relationships/oleObject" Target="../embeddings/oleObject5.bin"/><Relationship Id="rId2" Type="http://schemas.openxmlformats.org/officeDocument/2006/relationships/tags" Target="../tags/tag18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tags" Target="../tags/tag21.xml"/><Relationship Id="rId7" Type="http://schemas.openxmlformats.org/officeDocument/2006/relationships/oleObject" Target="../embeddings/oleObject5.bin"/><Relationship Id="rId2" Type="http://schemas.openxmlformats.org/officeDocument/2006/relationships/tags" Target="../tags/tag20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tags" Target="../tags/tag23.xml"/><Relationship Id="rId7" Type="http://schemas.openxmlformats.org/officeDocument/2006/relationships/oleObject" Target="../embeddings/oleObject5.bin"/><Relationship Id="rId2" Type="http://schemas.openxmlformats.org/officeDocument/2006/relationships/tags" Target="../tags/tag2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tags" Target="../tags/tag25.xml"/><Relationship Id="rId7" Type="http://schemas.openxmlformats.org/officeDocument/2006/relationships/oleObject" Target="../embeddings/oleObject5.bin"/><Relationship Id="rId2" Type="http://schemas.openxmlformats.org/officeDocument/2006/relationships/tags" Target="../tags/tag24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tags" Target="../tags/tag27.xml"/><Relationship Id="rId7" Type="http://schemas.openxmlformats.org/officeDocument/2006/relationships/oleObject" Target="../embeddings/oleObject5.bin"/><Relationship Id="rId2" Type="http://schemas.openxmlformats.org/officeDocument/2006/relationships/tags" Target="../tags/tag26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tags" Target="../tags/tag29.xml"/><Relationship Id="rId7" Type="http://schemas.openxmlformats.org/officeDocument/2006/relationships/oleObject" Target="../embeddings/oleObject5.bin"/><Relationship Id="rId2" Type="http://schemas.openxmlformats.org/officeDocument/2006/relationships/tags" Target="../tags/tag28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tags" Target="../tags/tag31.xml"/><Relationship Id="rId7" Type="http://schemas.openxmlformats.org/officeDocument/2006/relationships/oleObject" Target="../embeddings/oleObject5.bin"/><Relationship Id="rId2" Type="http://schemas.openxmlformats.org/officeDocument/2006/relationships/tags" Target="../tags/tag30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tags" Target="../tags/tag33.xml"/><Relationship Id="rId7" Type="http://schemas.openxmlformats.org/officeDocument/2006/relationships/oleObject" Target="../embeddings/oleObject5.bin"/><Relationship Id="rId2" Type="http://schemas.openxmlformats.org/officeDocument/2006/relationships/tags" Target="../tags/tag3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5.bin"/><Relationship Id="rId4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5.png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азов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664780921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" name="Слайд think-cell" r:id="rId4" imgW="383" imgH="384" progId="TCLayout.ActiveDocument.1">
                  <p:embed/>
                </p:oleObj>
              </mc:Choice>
              <mc:Fallback>
                <p:oleObj name="Слайд think-cell" r:id="rId4" imgW="383" imgH="384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3F3ED5B-DA7C-4766-98AC-902F744E6F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82550"/>
            <a:ext cx="10277095" cy="738664"/>
          </a:xfrm>
        </p:spPr>
        <p:txBody>
          <a:bodyPr vert="horz"/>
          <a:lstStyle>
            <a:lvl1pPr>
              <a:defRPr b="1"/>
            </a:lvl1pPr>
          </a:lstStyle>
          <a:p>
            <a:r>
              <a:rPr lang="ru-RU" dirty="0"/>
              <a:t>Заголовок может быть набран </a:t>
            </a:r>
            <a:br>
              <a:rPr lang="ru-RU" dirty="0"/>
            </a:br>
            <a:r>
              <a:rPr lang="ru-RU" dirty="0"/>
              <a:t>в одну или две строки (24 </a:t>
            </a:r>
            <a:r>
              <a:rPr lang="en-US" dirty="0"/>
              <a:t>pt) </a:t>
            </a:r>
            <a:endParaRPr lang="ru-RU" dirty="0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712C0FD3-7B8D-29C6-124F-F84B49FAAA25}"/>
              </a:ext>
            </a:extLst>
          </p:cNvPr>
          <p:cNvSpPr/>
          <p:nvPr userDrawn="1"/>
        </p:nvSpPr>
        <p:spPr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423E46-B7A0-4744-B3E1-320992BDBEC7}" type="slidenum">
              <a:rPr kumimoji="0" lang="ru-RU" sz="1000" b="0" i="0" u="none" strike="noStrike" kern="1200" cap="none" spc="0" normalizeH="0" baseline="0" noProof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A815C1B8-048D-9679-F62A-22C7450B5552}"/>
              </a:ext>
            </a:extLst>
          </p:cNvPr>
          <p:cNvCxnSpPr>
            <a:cxnSpLocks/>
          </p:cNvCxnSpPr>
          <p:nvPr userDrawn="1"/>
        </p:nvCxnSpPr>
        <p:spPr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07B42A62-47AE-E875-1C48-9B0D1E84820C}"/>
              </a:ext>
            </a:extLst>
          </p:cNvPr>
          <p:cNvGrpSpPr/>
          <p:nvPr userDrawn="1"/>
        </p:nvGrpSpPr>
        <p:grpSpPr>
          <a:xfrm>
            <a:off x="11113862" y="171149"/>
            <a:ext cx="743176" cy="521001"/>
            <a:chOff x="4091278" y="2349598"/>
            <a:chExt cx="3638550" cy="2550794"/>
          </a:xfrm>
          <a:solidFill>
            <a:srgbClr val="365CA7"/>
          </a:solidFill>
        </p:grpSpPr>
        <p:sp>
          <p:nvSpPr>
            <p:cNvPr id="5" name="Полилиния: фигура 4">
              <a:extLst>
                <a:ext uri="{FF2B5EF4-FFF2-40B4-BE49-F238E27FC236}">
                  <a16:creationId xmlns:a16="http://schemas.microsoft.com/office/drawing/2014/main" id="{0016E5B1-2EB0-E4EC-F159-AE6D5F249F00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>
              <a:extLst>
                <a:ext uri="{FF2B5EF4-FFF2-40B4-BE49-F238E27FC236}">
                  <a16:creationId xmlns:a16="http://schemas.microsoft.com/office/drawing/2014/main" id="{EC55AE40-35C7-B523-EC83-A92A4A9BA04C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8" name="Рисунок 56">
              <a:extLst>
                <a:ext uri="{FF2B5EF4-FFF2-40B4-BE49-F238E27FC236}">
                  <a16:creationId xmlns:a16="http://schemas.microsoft.com/office/drawing/2014/main" id="{C9BAF8D0-8ADB-3974-7A2A-E7C8FF0110DC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6" name="Полилиния: фигура 25">
                <a:extLst>
                  <a:ext uri="{FF2B5EF4-FFF2-40B4-BE49-F238E27FC236}">
                    <a16:creationId xmlns:a16="http://schemas.microsoft.com/office/drawing/2014/main" id="{60FB097B-EAC3-8C54-FA7F-DBADE5F5F221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>
                <a:extLst>
                  <a:ext uri="{FF2B5EF4-FFF2-40B4-BE49-F238E27FC236}">
                    <a16:creationId xmlns:a16="http://schemas.microsoft.com/office/drawing/2014/main" id="{E86B7C0D-26A8-8E64-A2EB-58568BEF917D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Рисунок 56">
              <a:extLst>
                <a:ext uri="{FF2B5EF4-FFF2-40B4-BE49-F238E27FC236}">
                  <a16:creationId xmlns:a16="http://schemas.microsoft.com/office/drawing/2014/main" id="{1442B976-B2B6-AA38-AAA7-1A6173F2D3F7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4" name="Полилиния: фигура 23">
                <a:extLst>
                  <a:ext uri="{FF2B5EF4-FFF2-40B4-BE49-F238E27FC236}">
                    <a16:creationId xmlns:a16="http://schemas.microsoft.com/office/drawing/2014/main" id="{0F6EB3E5-BEEC-5484-D94F-D9F8DE92AD20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>
                <a:extLst>
                  <a:ext uri="{FF2B5EF4-FFF2-40B4-BE49-F238E27FC236}">
                    <a16:creationId xmlns:a16="http://schemas.microsoft.com/office/drawing/2014/main" id="{FB4CE44B-3101-B723-1919-6512304A9AD8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1" name="Полилиния: фигура 10">
              <a:extLst>
                <a:ext uri="{FF2B5EF4-FFF2-40B4-BE49-F238E27FC236}">
                  <a16:creationId xmlns:a16="http://schemas.microsoft.com/office/drawing/2014/main" id="{7046072A-C67D-A9A4-34BE-1991867DDE7F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2" name="Рисунок 56">
              <a:extLst>
                <a:ext uri="{FF2B5EF4-FFF2-40B4-BE49-F238E27FC236}">
                  <a16:creationId xmlns:a16="http://schemas.microsoft.com/office/drawing/2014/main" id="{48AA1E22-E5E7-95B6-A992-712E46FC6DF7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2" name="Полилиния: фигура 21">
                <a:extLst>
                  <a:ext uri="{FF2B5EF4-FFF2-40B4-BE49-F238E27FC236}">
                    <a16:creationId xmlns:a16="http://schemas.microsoft.com/office/drawing/2014/main" id="{175928AB-81CF-8979-0C67-2768FD5BA03D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>
                <a:extLst>
                  <a:ext uri="{FF2B5EF4-FFF2-40B4-BE49-F238E27FC236}">
                    <a16:creationId xmlns:a16="http://schemas.microsoft.com/office/drawing/2014/main" id="{253DFA0D-B2FE-F25B-7EE8-3D0B16FFBFA9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3" name="Рисунок 56">
              <a:extLst>
                <a:ext uri="{FF2B5EF4-FFF2-40B4-BE49-F238E27FC236}">
                  <a16:creationId xmlns:a16="http://schemas.microsoft.com/office/drawing/2014/main" id="{AFE62C03-EA65-0B3B-118D-EBBC324C6003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0" name="Полилиния: фигура 19">
                <a:extLst>
                  <a:ext uri="{FF2B5EF4-FFF2-40B4-BE49-F238E27FC236}">
                    <a16:creationId xmlns:a16="http://schemas.microsoft.com/office/drawing/2014/main" id="{CC7D63FC-F410-3567-91A7-7F8CB19284D1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>
                <a:extLst>
                  <a:ext uri="{FF2B5EF4-FFF2-40B4-BE49-F238E27FC236}">
                    <a16:creationId xmlns:a16="http://schemas.microsoft.com/office/drawing/2014/main" id="{2AB00EF1-93D8-F760-1E0B-F378D0158273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Рисунок 56">
              <a:extLst>
                <a:ext uri="{FF2B5EF4-FFF2-40B4-BE49-F238E27FC236}">
                  <a16:creationId xmlns:a16="http://schemas.microsoft.com/office/drawing/2014/main" id="{EB956D67-E3BD-E2D3-7EB3-0B4049569326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18" name="Полилиния: фигура 17">
                <a:extLst>
                  <a:ext uri="{FF2B5EF4-FFF2-40B4-BE49-F238E27FC236}">
                    <a16:creationId xmlns:a16="http://schemas.microsoft.com/office/drawing/2014/main" id="{4B1CC8B7-D8D1-A615-4810-8D00CAA05EFD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>
                <a:extLst>
                  <a:ext uri="{FF2B5EF4-FFF2-40B4-BE49-F238E27FC236}">
                    <a16:creationId xmlns:a16="http://schemas.microsoft.com/office/drawing/2014/main" id="{573A43CB-E621-F34B-9BD4-CD700848EC36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>
              <a:extLst>
                <a:ext uri="{FF2B5EF4-FFF2-40B4-BE49-F238E27FC236}">
                  <a16:creationId xmlns:a16="http://schemas.microsoft.com/office/drawing/2014/main" id="{7A2A9BDD-7FC3-4C6C-8B7F-63A02436EC3E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16" name="Полилиния: фигура 15">
                <a:extLst>
                  <a:ext uri="{FF2B5EF4-FFF2-40B4-BE49-F238E27FC236}">
                    <a16:creationId xmlns:a16="http://schemas.microsoft.com/office/drawing/2014/main" id="{0228CC6C-60B4-3D94-5F01-3C27F6F91953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7" name="Полилиния: фигура 16">
                <a:extLst>
                  <a:ext uri="{FF2B5EF4-FFF2-40B4-BE49-F238E27FC236}">
                    <a16:creationId xmlns:a16="http://schemas.microsoft.com/office/drawing/2014/main" id="{111410D0-1D31-205C-77DA-7BF840F481BB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685427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вета подразделений и основного бре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664780921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Слайд think-cell" r:id="rId4" imgW="383" imgH="384" progId="TCLayout.ActiveDocument.1">
                  <p:embed/>
                </p:oleObj>
              </mc:Choice>
              <mc:Fallback>
                <p:oleObj name="Слайд think-cell" r:id="rId4" imgW="383" imgH="384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3F3ED5B-DA7C-4766-98AC-902F744E6F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82550"/>
            <a:ext cx="10277095" cy="369332"/>
          </a:xfrm>
        </p:spPr>
        <p:txBody>
          <a:bodyPr vert="horz"/>
          <a:lstStyle>
            <a:lvl1pPr>
              <a:defRPr b="1"/>
            </a:lvl1pPr>
          </a:lstStyle>
          <a:p>
            <a:r>
              <a:rPr lang="ru-RU" dirty="0"/>
              <a:t>Корпоративные цвета РТУ МИРЭА</a:t>
            </a:r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712C0FD3-7B8D-29C6-124F-F84B49FAAA25}"/>
              </a:ext>
            </a:extLst>
          </p:cNvPr>
          <p:cNvSpPr/>
          <p:nvPr userDrawn="1"/>
        </p:nvSpPr>
        <p:spPr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423E46-B7A0-4744-B3E1-320992BDBEC7}" type="slidenum">
              <a:rPr kumimoji="0" lang="ru-RU" sz="1000" b="0" i="0" u="none" strike="noStrike" kern="1200" cap="none" spc="0" normalizeH="0" baseline="0" noProof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A815C1B8-048D-9679-F62A-22C7450B5552}"/>
              </a:ext>
            </a:extLst>
          </p:cNvPr>
          <p:cNvCxnSpPr>
            <a:cxnSpLocks/>
          </p:cNvCxnSpPr>
          <p:nvPr userDrawn="1"/>
        </p:nvCxnSpPr>
        <p:spPr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07B42A62-47AE-E875-1C48-9B0D1E84820C}"/>
              </a:ext>
            </a:extLst>
          </p:cNvPr>
          <p:cNvGrpSpPr/>
          <p:nvPr userDrawn="1"/>
        </p:nvGrpSpPr>
        <p:grpSpPr>
          <a:xfrm>
            <a:off x="11113862" y="171149"/>
            <a:ext cx="743176" cy="521001"/>
            <a:chOff x="4091278" y="2349598"/>
            <a:chExt cx="3638550" cy="2550794"/>
          </a:xfrm>
          <a:solidFill>
            <a:srgbClr val="365CA7"/>
          </a:solidFill>
        </p:grpSpPr>
        <p:sp>
          <p:nvSpPr>
            <p:cNvPr id="5" name="Полилиния: фигура 4">
              <a:extLst>
                <a:ext uri="{FF2B5EF4-FFF2-40B4-BE49-F238E27FC236}">
                  <a16:creationId xmlns:a16="http://schemas.microsoft.com/office/drawing/2014/main" id="{0016E5B1-2EB0-E4EC-F159-AE6D5F249F00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>
              <a:extLst>
                <a:ext uri="{FF2B5EF4-FFF2-40B4-BE49-F238E27FC236}">
                  <a16:creationId xmlns:a16="http://schemas.microsoft.com/office/drawing/2014/main" id="{EC55AE40-35C7-B523-EC83-A92A4A9BA04C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8" name="Рисунок 56">
              <a:extLst>
                <a:ext uri="{FF2B5EF4-FFF2-40B4-BE49-F238E27FC236}">
                  <a16:creationId xmlns:a16="http://schemas.microsoft.com/office/drawing/2014/main" id="{C9BAF8D0-8ADB-3974-7A2A-E7C8FF0110DC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6" name="Полилиния: фигура 25">
                <a:extLst>
                  <a:ext uri="{FF2B5EF4-FFF2-40B4-BE49-F238E27FC236}">
                    <a16:creationId xmlns:a16="http://schemas.microsoft.com/office/drawing/2014/main" id="{60FB097B-EAC3-8C54-FA7F-DBADE5F5F221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>
                <a:extLst>
                  <a:ext uri="{FF2B5EF4-FFF2-40B4-BE49-F238E27FC236}">
                    <a16:creationId xmlns:a16="http://schemas.microsoft.com/office/drawing/2014/main" id="{E86B7C0D-26A8-8E64-A2EB-58568BEF917D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Рисунок 56">
              <a:extLst>
                <a:ext uri="{FF2B5EF4-FFF2-40B4-BE49-F238E27FC236}">
                  <a16:creationId xmlns:a16="http://schemas.microsoft.com/office/drawing/2014/main" id="{1442B976-B2B6-AA38-AAA7-1A6173F2D3F7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4" name="Полилиния: фигура 23">
                <a:extLst>
                  <a:ext uri="{FF2B5EF4-FFF2-40B4-BE49-F238E27FC236}">
                    <a16:creationId xmlns:a16="http://schemas.microsoft.com/office/drawing/2014/main" id="{0F6EB3E5-BEEC-5484-D94F-D9F8DE92AD20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>
                <a:extLst>
                  <a:ext uri="{FF2B5EF4-FFF2-40B4-BE49-F238E27FC236}">
                    <a16:creationId xmlns:a16="http://schemas.microsoft.com/office/drawing/2014/main" id="{FB4CE44B-3101-B723-1919-6512304A9AD8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1" name="Полилиния: фигура 10">
              <a:extLst>
                <a:ext uri="{FF2B5EF4-FFF2-40B4-BE49-F238E27FC236}">
                  <a16:creationId xmlns:a16="http://schemas.microsoft.com/office/drawing/2014/main" id="{7046072A-C67D-A9A4-34BE-1991867DDE7F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2" name="Рисунок 56">
              <a:extLst>
                <a:ext uri="{FF2B5EF4-FFF2-40B4-BE49-F238E27FC236}">
                  <a16:creationId xmlns:a16="http://schemas.microsoft.com/office/drawing/2014/main" id="{48AA1E22-E5E7-95B6-A992-712E46FC6DF7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2" name="Полилиния: фигура 21">
                <a:extLst>
                  <a:ext uri="{FF2B5EF4-FFF2-40B4-BE49-F238E27FC236}">
                    <a16:creationId xmlns:a16="http://schemas.microsoft.com/office/drawing/2014/main" id="{175928AB-81CF-8979-0C67-2768FD5BA03D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>
                <a:extLst>
                  <a:ext uri="{FF2B5EF4-FFF2-40B4-BE49-F238E27FC236}">
                    <a16:creationId xmlns:a16="http://schemas.microsoft.com/office/drawing/2014/main" id="{253DFA0D-B2FE-F25B-7EE8-3D0B16FFBFA9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3" name="Рисунок 56">
              <a:extLst>
                <a:ext uri="{FF2B5EF4-FFF2-40B4-BE49-F238E27FC236}">
                  <a16:creationId xmlns:a16="http://schemas.microsoft.com/office/drawing/2014/main" id="{AFE62C03-EA65-0B3B-118D-EBBC324C6003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0" name="Полилиния: фигура 19">
                <a:extLst>
                  <a:ext uri="{FF2B5EF4-FFF2-40B4-BE49-F238E27FC236}">
                    <a16:creationId xmlns:a16="http://schemas.microsoft.com/office/drawing/2014/main" id="{CC7D63FC-F410-3567-91A7-7F8CB19284D1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>
                <a:extLst>
                  <a:ext uri="{FF2B5EF4-FFF2-40B4-BE49-F238E27FC236}">
                    <a16:creationId xmlns:a16="http://schemas.microsoft.com/office/drawing/2014/main" id="{2AB00EF1-93D8-F760-1E0B-F378D0158273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Рисунок 56">
              <a:extLst>
                <a:ext uri="{FF2B5EF4-FFF2-40B4-BE49-F238E27FC236}">
                  <a16:creationId xmlns:a16="http://schemas.microsoft.com/office/drawing/2014/main" id="{EB956D67-E3BD-E2D3-7EB3-0B4049569326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18" name="Полилиния: фигура 17">
                <a:extLst>
                  <a:ext uri="{FF2B5EF4-FFF2-40B4-BE49-F238E27FC236}">
                    <a16:creationId xmlns:a16="http://schemas.microsoft.com/office/drawing/2014/main" id="{4B1CC8B7-D8D1-A615-4810-8D00CAA05EFD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>
                <a:extLst>
                  <a:ext uri="{FF2B5EF4-FFF2-40B4-BE49-F238E27FC236}">
                    <a16:creationId xmlns:a16="http://schemas.microsoft.com/office/drawing/2014/main" id="{573A43CB-E621-F34B-9BD4-CD700848EC36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>
              <a:extLst>
                <a:ext uri="{FF2B5EF4-FFF2-40B4-BE49-F238E27FC236}">
                  <a16:creationId xmlns:a16="http://schemas.microsoft.com/office/drawing/2014/main" id="{7A2A9BDD-7FC3-4C6C-8B7F-63A02436EC3E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16" name="Полилиния: фигура 15">
                <a:extLst>
                  <a:ext uri="{FF2B5EF4-FFF2-40B4-BE49-F238E27FC236}">
                    <a16:creationId xmlns:a16="http://schemas.microsoft.com/office/drawing/2014/main" id="{0228CC6C-60B4-3D94-5F01-3C27F6F91953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7" name="Полилиния: фигура 16">
                <a:extLst>
                  <a:ext uri="{FF2B5EF4-FFF2-40B4-BE49-F238E27FC236}">
                    <a16:creationId xmlns:a16="http://schemas.microsoft.com/office/drawing/2014/main" id="{111410D0-1D31-205C-77DA-7BF840F481BB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DA599881-7B1B-7BE3-92C6-DCB12C93001E}"/>
              </a:ext>
            </a:extLst>
          </p:cNvPr>
          <p:cNvSpPr/>
          <p:nvPr userDrawn="1"/>
        </p:nvSpPr>
        <p:spPr>
          <a:xfrm rot="10800000">
            <a:off x="10185451" y="1903621"/>
            <a:ext cx="1656000" cy="360000"/>
          </a:xfrm>
          <a:prstGeom prst="roundRect">
            <a:avLst/>
          </a:prstGeom>
          <a:solidFill>
            <a:srgbClr val="EBB800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C174C9A6-F0CB-8195-40DA-85B26D374191}"/>
              </a:ext>
            </a:extLst>
          </p:cNvPr>
          <p:cNvSpPr/>
          <p:nvPr userDrawn="1"/>
        </p:nvSpPr>
        <p:spPr>
          <a:xfrm>
            <a:off x="10201038" y="2471500"/>
            <a:ext cx="1656000" cy="360000"/>
          </a:xfrm>
          <a:prstGeom prst="roundRect">
            <a:avLst/>
          </a:prstGeom>
          <a:gradFill>
            <a:gsLst>
              <a:gs pos="1302">
                <a:srgbClr val="F2DB7A"/>
              </a:gs>
              <a:gs pos="38021">
                <a:srgbClr val="EBB800"/>
              </a:gs>
              <a:gs pos="73698">
                <a:srgbClr val="EBB800"/>
              </a:gs>
              <a:gs pos="90577">
                <a:srgbClr val="BB940E"/>
              </a:gs>
              <a:gs pos="100000">
                <a:srgbClr val="A98714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3EF9B523-A342-C9D6-0B7D-0FB32907C07D}"/>
              </a:ext>
            </a:extLst>
          </p:cNvPr>
          <p:cNvSpPr/>
          <p:nvPr userDrawn="1"/>
        </p:nvSpPr>
        <p:spPr>
          <a:xfrm rot="10800000">
            <a:off x="7973503" y="3480819"/>
            <a:ext cx="1656000" cy="360000"/>
          </a:xfrm>
          <a:prstGeom prst="roundRect">
            <a:avLst/>
          </a:prstGeom>
          <a:solidFill>
            <a:srgbClr val="B44728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265F07C8-1AF6-944C-0970-F58BE61603B9}"/>
              </a:ext>
            </a:extLst>
          </p:cNvPr>
          <p:cNvSpPr/>
          <p:nvPr userDrawn="1"/>
        </p:nvSpPr>
        <p:spPr>
          <a:xfrm>
            <a:off x="7992734" y="4083057"/>
            <a:ext cx="1656000" cy="360000"/>
          </a:xfrm>
          <a:prstGeom prst="roundRect">
            <a:avLst/>
          </a:prstGeom>
          <a:gradFill>
            <a:gsLst>
              <a:gs pos="1302">
                <a:srgbClr val="F08362"/>
              </a:gs>
              <a:gs pos="38021">
                <a:srgbClr val="B44629"/>
              </a:gs>
              <a:gs pos="73698">
                <a:srgbClr val="B44629"/>
              </a:gs>
              <a:gs pos="79608">
                <a:srgbClr val="AB3820"/>
              </a:gs>
              <a:gs pos="93147">
                <a:srgbClr val="941D0F"/>
              </a:gs>
              <a:gs pos="100000">
                <a:srgbClr val="8A1208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37E7036D-4DCC-E745-C958-65598852F7CE}"/>
              </a:ext>
            </a:extLst>
          </p:cNvPr>
          <p:cNvSpPr/>
          <p:nvPr userDrawn="1"/>
        </p:nvSpPr>
        <p:spPr>
          <a:xfrm rot="10800000">
            <a:off x="5761555" y="1903621"/>
            <a:ext cx="1656000" cy="360000"/>
          </a:xfrm>
          <a:prstGeom prst="roundRect">
            <a:avLst/>
          </a:prstGeom>
          <a:solidFill>
            <a:srgbClr val="741E6C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F980C395-EEBC-DE10-C9D6-6AE5F00B28D8}"/>
              </a:ext>
            </a:extLst>
          </p:cNvPr>
          <p:cNvSpPr/>
          <p:nvPr userDrawn="1"/>
        </p:nvSpPr>
        <p:spPr>
          <a:xfrm>
            <a:off x="5761555" y="2452513"/>
            <a:ext cx="1656000" cy="360000"/>
          </a:xfrm>
          <a:prstGeom prst="roundRect">
            <a:avLst/>
          </a:prstGeom>
          <a:gradFill>
            <a:gsLst>
              <a:gs pos="0">
                <a:srgbClr val="B480B7"/>
              </a:gs>
              <a:gs pos="38021">
                <a:srgbClr val="741E6C"/>
              </a:gs>
              <a:gs pos="73698">
                <a:srgbClr val="712373"/>
              </a:gs>
              <a:gs pos="77903">
                <a:srgbClr val="6A226C"/>
              </a:gs>
              <a:gs pos="92575">
                <a:srgbClr val="551E56"/>
              </a:gs>
              <a:gs pos="100000">
                <a:srgbClr val="4E1D4E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1C458CC4-1BA9-D708-6870-28A91EB5AEC9}"/>
              </a:ext>
            </a:extLst>
          </p:cNvPr>
          <p:cNvSpPr/>
          <p:nvPr userDrawn="1"/>
        </p:nvSpPr>
        <p:spPr>
          <a:xfrm rot="10800000">
            <a:off x="7973503" y="1903621"/>
            <a:ext cx="1656000" cy="360000"/>
          </a:xfrm>
          <a:prstGeom prst="roundRect">
            <a:avLst/>
          </a:prstGeom>
          <a:solidFill>
            <a:srgbClr val="006A81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7E167F27-A5DB-05C5-B396-F7D2809DEEED}"/>
              </a:ext>
            </a:extLst>
          </p:cNvPr>
          <p:cNvSpPr/>
          <p:nvPr userDrawn="1"/>
        </p:nvSpPr>
        <p:spPr>
          <a:xfrm>
            <a:off x="7973503" y="2480463"/>
            <a:ext cx="1656000" cy="360000"/>
          </a:xfrm>
          <a:prstGeom prst="roundRect">
            <a:avLst/>
          </a:prstGeom>
          <a:gradFill>
            <a:gsLst>
              <a:gs pos="1302">
                <a:srgbClr val="94CCD9"/>
              </a:gs>
              <a:gs pos="38021">
                <a:srgbClr val="006A81"/>
              </a:gs>
              <a:gs pos="73698">
                <a:srgbClr val="006A81"/>
              </a:gs>
              <a:gs pos="85466">
                <a:srgbClr val="00576A"/>
              </a:gs>
              <a:gs pos="94996">
                <a:srgbClr val="004859"/>
              </a:gs>
              <a:gs pos="100000">
                <a:srgbClr val="004352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FC31CD98-78A7-38FF-E625-0460E46AE9D2}"/>
              </a:ext>
            </a:extLst>
          </p:cNvPr>
          <p:cNvSpPr/>
          <p:nvPr userDrawn="1"/>
        </p:nvSpPr>
        <p:spPr>
          <a:xfrm rot="10800000">
            <a:off x="3549609" y="3480819"/>
            <a:ext cx="1656000" cy="360000"/>
          </a:xfrm>
          <a:prstGeom prst="roundRect">
            <a:avLst/>
          </a:prstGeom>
          <a:solidFill>
            <a:srgbClr val="B26397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B5184846-3C4C-10E2-685A-5BB9D82EF206}"/>
              </a:ext>
            </a:extLst>
          </p:cNvPr>
          <p:cNvSpPr/>
          <p:nvPr userDrawn="1"/>
        </p:nvSpPr>
        <p:spPr>
          <a:xfrm>
            <a:off x="3549608" y="4083057"/>
            <a:ext cx="1656000" cy="360000"/>
          </a:xfrm>
          <a:prstGeom prst="roundRect">
            <a:avLst/>
          </a:prstGeom>
          <a:gradFill>
            <a:gsLst>
              <a:gs pos="1823">
                <a:srgbClr val="D9A3CA"/>
              </a:gs>
              <a:gs pos="38021">
                <a:srgbClr val="B26397"/>
              </a:gs>
              <a:gs pos="69790">
                <a:srgbClr val="B26397"/>
              </a:gs>
              <a:gs pos="77763">
                <a:srgbClr val="A7528D"/>
              </a:gs>
              <a:gs pos="92473">
                <a:srgbClr val="933680"/>
              </a:gs>
              <a:gs pos="100000">
                <a:srgbClr val="8B2C7C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E6EADCE3-A4DD-907F-962B-6CE863C5028E}"/>
              </a:ext>
            </a:extLst>
          </p:cNvPr>
          <p:cNvSpPr/>
          <p:nvPr userDrawn="1"/>
        </p:nvSpPr>
        <p:spPr>
          <a:xfrm rot="10800000">
            <a:off x="5761555" y="3480819"/>
            <a:ext cx="1656000" cy="360000"/>
          </a:xfrm>
          <a:prstGeom prst="roundRect">
            <a:avLst/>
          </a:prstGeom>
          <a:solidFill>
            <a:srgbClr val="706F6F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39" name="Прямоугольник: скругленные углы 38">
            <a:extLst>
              <a:ext uri="{FF2B5EF4-FFF2-40B4-BE49-F238E27FC236}">
                <a16:creationId xmlns:a16="http://schemas.microsoft.com/office/drawing/2014/main" id="{2004D665-0C3B-B4CF-86D5-4E3BFB64796C}"/>
              </a:ext>
            </a:extLst>
          </p:cNvPr>
          <p:cNvSpPr/>
          <p:nvPr userDrawn="1"/>
        </p:nvSpPr>
        <p:spPr>
          <a:xfrm>
            <a:off x="5784430" y="4083057"/>
            <a:ext cx="1656000" cy="360000"/>
          </a:xfrm>
          <a:prstGeom prst="roundRect">
            <a:avLst/>
          </a:prstGeom>
          <a:gradFill>
            <a:gsLst>
              <a:gs pos="781">
                <a:srgbClr val="BDBCBC"/>
              </a:gs>
              <a:gs pos="38021">
                <a:srgbClr val="706F6F"/>
              </a:gs>
              <a:gs pos="73698">
                <a:srgbClr val="706F6F"/>
              </a:gs>
              <a:gs pos="89976">
                <a:srgbClr val="4E4E4D"/>
              </a:gs>
              <a:gs pos="100000">
                <a:srgbClr val="3C3C3B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E1319ABE-3747-DE22-52E5-DD830BC23EF3}"/>
              </a:ext>
            </a:extLst>
          </p:cNvPr>
          <p:cNvSpPr/>
          <p:nvPr userDrawn="1"/>
        </p:nvSpPr>
        <p:spPr>
          <a:xfrm rot="10800000">
            <a:off x="6914701" y="5381153"/>
            <a:ext cx="1656000" cy="360000"/>
          </a:xfrm>
          <a:prstGeom prst="roundRect">
            <a:avLst/>
          </a:prstGeom>
          <a:solidFill>
            <a:srgbClr val="F0CF8C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41" name="Прямоугольник: скругленные углы 40">
            <a:extLst>
              <a:ext uri="{FF2B5EF4-FFF2-40B4-BE49-F238E27FC236}">
                <a16:creationId xmlns:a16="http://schemas.microsoft.com/office/drawing/2014/main" id="{31C6F055-9EA7-1E9F-029D-6C907AD668C0}"/>
              </a:ext>
            </a:extLst>
          </p:cNvPr>
          <p:cNvSpPr/>
          <p:nvPr userDrawn="1"/>
        </p:nvSpPr>
        <p:spPr>
          <a:xfrm>
            <a:off x="6906718" y="5957884"/>
            <a:ext cx="1656000" cy="360000"/>
          </a:xfrm>
          <a:prstGeom prst="roundRect">
            <a:avLst/>
          </a:prstGeom>
          <a:gradFill>
            <a:gsLst>
              <a:gs pos="1302">
                <a:srgbClr val="F2DDA8"/>
              </a:gs>
              <a:gs pos="38542">
                <a:srgbClr val="F0CF8C"/>
              </a:gs>
              <a:gs pos="73698">
                <a:srgbClr val="F0CF8C"/>
              </a:gs>
              <a:gs pos="78722">
                <a:srgbClr val="EECB88"/>
              </a:gs>
              <a:gs pos="100000">
                <a:srgbClr val="E5BD78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42" name="Прямоугольник: скругленные углы 41">
            <a:extLst>
              <a:ext uri="{FF2B5EF4-FFF2-40B4-BE49-F238E27FC236}">
                <a16:creationId xmlns:a16="http://schemas.microsoft.com/office/drawing/2014/main" id="{72C951E9-82B6-5E97-9039-F2E91F904C75}"/>
              </a:ext>
            </a:extLst>
          </p:cNvPr>
          <p:cNvSpPr/>
          <p:nvPr userDrawn="1"/>
        </p:nvSpPr>
        <p:spPr>
          <a:xfrm rot="10800000">
            <a:off x="10185450" y="3480820"/>
            <a:ext cx="1656000" cy="360000"/>
          </a:xfrm>
          <a:prstGeom prst="roundRect">
            <a:avLst/>
          </a:prstGeom>
          <a:solidFill>
            <a:srgbClr val="3E378D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43" name="Прямоугольник: скругленные углы 42">
            <a:extLst>
              <a:ext uri="{FF2B5EF4-FFF2-40B4-BE49-F238E27FC236}">
                <a16:creationId xmlns:a16="http://schemas.microsoft.com/office/drawing/2014/main" id="{12F910DE-6543-6278-E820-C61F28C5FDD9}"/>
              </a:ext>
            </a:extLst>
          </p:cNvPr>
          <p:cNvSpPr/>
          <p:nvPr userDrawn="1"/>
        </p:nvSpPr>
        <p:spPr>
          <a:xfrm>
            <a:off x="10201038" y="4083057"/>
            <a:ext cx="1656000" cy="360000"/>
          </a:xfrm>
          <a:prstGeom prst="roundRect">
            <a:avLst/>
          </a:prstGeom>
          <a:gradFill>
            <a:gsLst>
              <a:gs pos="1302">
                <a:srgbClr val="989DC0"/>
              </a:gs>
              <a:gs pos="38542">
                <a:srgbClr val="3E378D"/>
              </a:gs>
              <a:gs pos="73698">
                <a:srgbClr val="3E378D"/>
              </a:gs>
              <a:gs pos="80968">
                <a:srgbClr val="38327D"/>
              </a:gs>
              <a:gs pos="93429">
                <a:srgbClr val="2E2B67"/>
              </a:gs>
              <a:gs pos="100000">
                <a:srgbClr val="2A295F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44" name="Прямоугольник: скругленные углы 43">
            <a:extLst>
              <a:ext uri="{FF2B5EF4-FFF2-40B4-BE49-F238E27FC236}">
                <a16:creationId xmlns:a16="http://schemas.microsoft.com/office/drawing/2014/main" id="{E3613BB3-93E6-D428-FB26-5D0C707492E1}"/>
              </a:ext>
            </a:extLst>
          </p:cNvPr>
          <p:cNvSpPr/>
          <p:nvPr userDrawn="1"/>
        </p:nvSpPr>
        <p:spPr>
          <a:xfrm rot="10800000">
            <a:off x="3549609" y="5403126"/>
            <a:ext cx="1656000" cy="360000"/>
          </a:xfrm>
          <a:prstGeom prst="roundRect">
            <a:avLst/>
          </a:prstGeom>
          <a:solidFill>
            <a:srgbClr val="EA7125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45" name="Прямоугольник: скругленные углы 44">
            <a:extLst>
              <a:ext uri="{FF2B5EF4-FFF2-40B4-BE49-F238E27FC236}">
                <a16:creationId xmlns:a16="http://schemas.microsoft.com/office/drawing/2014/main" id="{4700482B-3EFD-81C7-01E5-C879E75041ED}"/>
              </a:ext>
            </a:extLst>
          </p:cNvPr>
          <p:cNvSpPr/>
          <p:nvPr userDrawn="1"/>
        </p:nvSpPr>
        <p:spPr>
          <a:xfrm>
            <a:off x="3549608" y="5970069"/>
            <a:ext cx="1656000" cy="360000"/>
          </a:xfrm>
          <a:prstGeom prst="roundRect">
            <a:avLst/>
          </a:prstGeom>
          <a:gradFill>
            <a:gsLst>
              <a:gs pos="2344">
                <a:srgbClr val="F0B789"/>
              </a:gs>
              <a:gs pos="38021">
                <a:srgbClr val="EA7125"/>
              </a:gs>
              <a:gs pos="73698">
                <a:srgbClr val="EA7125"/>
              </a:gs>
              <a:gs pos="83550">
                <a:srgbClr val="CE651F"/>
              </a:gs>
              <a:gs pos="94318">
                <a:srgbClr val="B2591A"/>
              </a:gs>
              <a:gs pos="100000">
                <a:srgbClr val="A85418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46" name="Прямоугольник: скругленные углы 45">
            <a:extLst>
              <a:ext uri="{FF2B5EF4-FFF2-40B4-BE49-F238E27FC236}">
                <a16:creationId xmlns:a16="http://schemas.microsoft.com/office/drawing/2014/main" id="{A52149C9-5312-7D3F-5920-0E7ED4636146}"/>
              </a:ext>
            </a:extLst>
          </p:cNvPr>
          <p:cNvSpPr/>
          <p:nvPr userDrawn="1"/>
        </p:nvSpPr>
        <p:spPr>
          <a:xfrm rot="10800000">
            <a:off x="3549608" y="1903621"/>
            <a:ext cx="1656000" cy="360000"/>
          </a:xfrm>
          <a:prstGeom prst="roundRect">
            <a:avLst/>
          </a:prstGeom>
          <a:solidFill>
            <a:srgbClr val="007935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47" name="Прямоугольник: скругленные углы 46">
            <a:extLst>
              <a:ext uri="{FF2B5EF4-FFF2-40B4-BE49-F238E27FC236}">
                <a16:creationId xmlns:a16="http://schemas.microsoft.com/office/drawing/2014/main" id="{EDBDFE6B-F175-95CD-CD67-E297EE5F6D7C}"/>
              </a:ext>
            </a:extLst>
          </p:cNvPr>
          <p:cNvSpPr/>
          <p:nvPr userDrawn="1"/>
        </p:nvSpPr>
        <p:spPr>
          <a:xfrm>
            <a:off x="3549608" y="2458720"/>
            <a:ext cx="1656000" cy="360000"/>
          </a:xfrm>
          <a:prstGeom prst="roundRect">
            <a:avLst/>
          </a:prstGeom>
          <a:gradFill>
            <a:gsLst>
              <a:gs pos="1302">
                <a:srgbClr val="A4CD85"/>
              </a:gs>
              <a:gs pos="38021">
                <a:srgbClr val="007935"/>
              </a:gs>
              <a:gs pos="73698">
                <a:srgbClr val="007935"/>
              </a:gs>
              <a:gs pos="74932">
                <a:srgbClr val="007734"/>
              </a:gs>
              <a:gs pos="86756">
                <a:srgbClr val="006029"/>
              </a:gs>
              <a:gs pos="95441">
                <a:srgbClr val="005021"/>
              </a:gs>
              <a:gs pos="100000">
                <a:srgbClr val="00491D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48" name="Прямоугольник: скругленные углы 47">
            <a:extLst>
              <a:ext uri="{FF2B5EF4-FFF2-40B4-BE49-F238E27FC236}">
                <a16:creationId xmlns:a16="http://schemas.microsoft.com/office/drawing/2014/main" id="{E615E323-4963-B382-5BA6-278DB0D18E39}"/>
              </a:ext>
            </a:extLst>
          </p:cNvPr>
          <p:cNvSpPr/>
          <p:nvPr userDrawn="1"/>
        </p:nvSpPr>
        <p:spPr>
          <a:xfrm rot="10800000">
            <a:off x="342961" y="2618791"/>
            <a:ext cx="1656000" cy="360000"/>
          </a:xfrm>
          <a:prstGeom prst="roundRect">
            <a:avLst/>
          </a:prstGeom>
          <a:solidFill>
            <a:srgbClr val="5FC1CF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49" name="Прямоугольник: скругленные углы 48">
            <a:extLst>
              <a:ext uri="{FF2B5EF4-FFF2-40B4-BE49-F238E27FC236}">
                <a16:creationId xmlns:a16="http://schemas.microsoft.com/office/drawing/2014/main" id="{06C55200-2940-FE6C-6082-6C0DA191FB55}"/>
              </a:ext>
            </a:extLst>
          </p:cNvPr>
          <p:cNvSpPr/>
          <p:nvPr userDrawn="1"/>
        </p:nvSpPr>
        <p:spPr>
          <a:xfrm rot="10800000">
            <a:off x="342960" y="3272660"/>
            <a:ext cx="1656000" cy="360000"/>
          </a:xfrm>
          <a:prstGeom prst="roundRect">
            <a:avLst/>
          </a:prstGeom>
          <a:solidFill>
            <a:srgbClr val="E6E6E6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50" name="Прямоугольник: скругленные углы 49">
            <a:extLst>
              <a:ext uri="{FF2B5EF4-FFF2-40B4-BE49-F238E27FC236}">
                <a16:creationId xmlns:a16="http://schemas.microsoft.com/office/drawing/2014/main" id="{361D9E40-2F22-CA1B-9DA0-ABAA50C09B22}"/>
              </a:ext>
            </a:extLst>
          </p:cNvPr>
          <p:cNvSpPr/>
          <p:nvPr userDrawn="1"/>
        </p:nvSpPr>
        <p:spPr>
          <a:xfrm rot="10800000">
            <a:off x="342961" y="1903621"/>
            <a:ext cx="1656000" cy="360000"/>
          </a:xfrm>
          <a:prstGeom prst="roundRect">
            <a:avLst/>
          </a:prstGeom>
          <a:solidFill>
            <a:srgbClr val="355CA8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51" name="Прямоугольник: скругленные углы 50">
            <a:extLst>
              <a:ext uri="{FF2B5EF4-FFF2-40B4-BE49-F238E27FC236}">
                <a16:creationId xmlns:a16="http://schemas.microsoft.com/office/drawing/2014/main" id="{B66DB9C5-6744-BD01-FED0-E5961ED04850}"/>
              </a:ext>
            </a:extLst>
          </p:cNvPr>
          <p:cNvSpPr/>
          <p:nvPr userDrawn="1"/>
        </p:nvSpPr>
        <p:spPr>
          <a:xfrm>
            <a:off x="342960" y="3836551"/>
            <a:ext cx="1656000" cy="360000"/>
          </a:xfrm>
          <a:prstGeom prst="roundRect">
            <a:avLst/>
          </a:prstGeom>
          <a:gradFill>
            <a:gsLst>
              <a:gs pos="8430">
                <a:srgbClr val="5FC1CF"/>
              </a:gs>
              <a:gs pos="56704">
                <a:srgbClr val="3772B3"/>
              </a:gs>
              <a:gs pos="84412">
                <a:srgbClr val="355CA8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02CE1FB-8897-2527-ECE5-A7656E7A0CE2}"/>
              </a:ext>
            </a:extLst>
          </p:cNvPr>
          <p:cNvSpPr txBox="1"/>
          <p:nvPr userDrawn="1"/>
        </p:nvSpPr>
        <p:spPr bwMode="auto">
          <a:xfrm>
            <a:off x="342960" y="2275453"/>
            <a:ext cx="1656000" cy="220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 algn="l" defTabSz="914400">
              <a:buClr>
                <a:schemeClr val="accent5"/>
              </a:buClr>
              <a:buFontTx/>
              <a:buNone/>
            </a:pPr>
            <a:r>
              <a:rPr lang="ru-RU" sz="1000" dirty="0">
                <a:latin typeface="Arial" panose="020B0604020202020204" pitchFamily="34" charset="0"/>
              </a:rPr>
              <a:t>Основной цвет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36435BD-D947-BA1A-DD4C-C1144E2859BE}"/>
              </a:ext>
            </a:extLst>
          </p:cNvPr>
          <p:cNvSpPr txBox="1"/>
          <p:nvPr userDrawn="1"/>
        </p:nvSpPr>
        <p:spPr bwMode="auto">
          <a:xfrm>
            <a:off x="342960" y="2987314"/>
            <a:ext cx="2948745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 algn="l" defTabSz="914400">
              <a:buClr>
                <a:schemeClr val="accent5"/>
              </a:buClr>
              <a:buFontTx/>
              <a:buNone/>
            </a:pPr>
            <a:r>
              <a:rPr lang="ru-RU" sz="1000" dirty="0">
                <a:latin typeface="Arial" panose="020B0604020202020204" pitchFamily="34" charset="0"/>
              </a:rPr>
              <a:t>Дополнительный цвет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AD3FE83-E358-CDDE-1280-BAAF186D9FA2}"/>
              </a:ext>
            </a:extLst>
          </p:cNvPr>
          <p:cNvSpPr txBox="1"/>
          <p:nvPr userDrawn="1"/>
        </p:nvSpPr>
        <p:spPr bwMode="auto">
          <a:xfrm>
            <a:off x="336000" y="1286458"/>
            <a:ext cx="3286389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r>
              <a:rPr lang="ru-RU" sz="2400" baseline="30000" dirty="0">
                <a:latin typeface="Arial" panose="020B0604020202020204" pitchFamily="34" charset="0"/>
              </a:rPr>
              <a:t>Цвета университета</a:t>
            </a:r>
            <a:br>
              <a:rPr lang="ru-RU" sz="2400" baseline="30000" dirty="0">
                <a:latin typeface="Arial" panose="020B0604020202020204" pitchFamily="34" charset="0"/>
              </a:rPr>
            </a:br>
            <a:r>
              <a:rPr lang="ru-RU" sz="2400" baseline="30000" dirty="0">
                <a:latin typeface="Arial" panose="020B0604020202020204" pitchFamily="34" charset="0"/>
              </a:rPr>
              <a:t>и филиалов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4EDA5C5-6467-F003-8DE6-9D19495404A4}"/>
              </a:ext>
            </a:extLst>
          </p:cNvPr>
          <p:cNvSpPr txBox="1"/>
          <p:nvPr userDrawn="1"/>
        </p:nvSpPr>
        <p:spPr bwMode="auto">
          <a:xfrm>
            <a:off x="342960" y="4398897"/>
            <a:ext cx="2948745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 algn="l" defTabSz="914400">
              <a:buClr>
                <a:schemeClr val="accent5"/>
              </a:buClr>
              <a:buFontTx/>
              <a:buNone/>
            </a:pPr>
            <a:r>
              <a:rPr lang="ru-RU" sz="1000" dirty="0">
                <a:latin typeface="Arial" panose="020B0604020202020204" pitchFamily="34" charset="0"/>
              </a:rPr>
              <a:t>Градиент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4A4C1E5-48E1-545D-10D0-2CBF2A3DD591}"/>
              </a:ext>
            </a:extLst>
          </p:cNvPr>
          <p:cNvSpPr txBox="1"/>
          <p:nvPr userDrawn="1"/>
        </p:nvSpPr>
        <p:spPr bwMode="auto">
          <a:xfrm>
            <a:off x="3549607" y="1312225"/>
            <a:ext cx="3286389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r>
              <a:rPr lang="ru-RU" sz="2400" baseline="30000" dirty="0">
                <a:latin typeface="Arial" panose="020B0604020202020204" pitchFamily="34" charset="0"/>
              </a:rPr>
              <a:t>Цвета институтов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BADAE1C-FC13-4356-BDF2-6799802F2290}"/>
              </a:ext>
            </a:extLst>
          </p:cNvPr>
          <p:cNvSpPr txBox="1"/>
          <p:nvPr userDrawn="1"/>
        </p:nvSpPr>
        <p:spPr bwMode="auto">
          <a:xfrm>
            <a:off x="3549608" y="5108116"/>
            <a:ext cx="3286389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r>
              <a:rPr lang="ru-RU" sz="2400" baseline="30000" dirty="0">
                <a:latin typeface="Arial" panose="020B0604020202020204" pitchFamily="34" charset="0"/>
              </a:rPr>
              <a:t>Цвет колледжа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74FAC9E-4AE4-50CA-3C58-AD0A4110B1DA}"/>
              </a:ext>
            </a:extLst>
          </p:cNvPr>
          <p:cNvSpPr txBox="1"/>
          <p:nvPr userDrawn="1"/>
        </p:nvSpPr>
        <p:spPr bwMode="auto">
          <a:xfrm>
            <a:off x="6912299" y="5108115"/>
            <a:ext cx="5089201" cy="219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r>
              <a:rPr lang="ru-RU" sz="2400" baseline="30000" dirty="0">
                <a:latin typeface="Arial" panose="020B0604020202020204" pitchFamily="34" charset="0"/>
              </a:rPr>
              <a:t>Цвет Института международного образования</a:t>
            </a:r>
          </a:p>
          <a:p>
            <a:endParaRPr lang="ru-RU" sz="2400" baseline="30000" dirty="0">
              <a:latin typeface="Arial" panose="020B0604020202020204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F3E3991-47D3-29E0-9B48-1DAE42874D44}"/>
              </a:ext>
            </a:extLst>
          </p:cNvPr>
          <p:cNvSpPr txBox="1"/>
          <p:nvPr/>
        </p:nvSpPr>
        <p:spPr bwMode="auto">
          <a:xfrm>
            <a:off x="3549608" y="1695943"/>
            <a:ext cx="1908208" cy="254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r>
              <a:rPr lang="ru-RU" sz="2400" baseline="30000" dirty="0">
                <a:latin typeface="Arial" panose="020B0604020202020204" pitchFamily="34" charset="0"/>
              </a:rPr>
              <a:t>ИИИ</a:t>
            </a:r>
          </a:p>
        </p:txBody>
      </p:sp>
      <p:grpSp>
        <p:nvGrpSpPr>
          <p:cNvPr id="96" name="Группа 95">
            <a:extLst>
              <a:ext uri="{FF2B5EF4-FFF2-40B4-BE49-F238E27FC236}">
                <a16:creationId xmlns:a16="http://schemas.microsoft.com/office/drawing/2014/main" id="{9B09FC6A-9CA6-14B2-92DC-7962B4EC309D}"/>
              </a:ext>
            </a:extLst>
          </p:cNvPr>
          <p:cNvGrpSpPr/>
          <p:nvPr userDrawn="1"/>
        </p:nvGrpSpPr>
        <p:grpSpPr>
          <a:xfrm>
            <a:off x="3549608" y="2263410"/>
            <a:ext cx="1089480" cy="860777"/>
            <a:chOff x="3549608" y="2263410"/>
            <a:chExt cx="1089480" cy="860777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FB884CB1-0C58-4D80-1B4C-04588BD5A3C5}"/>
                </a:ext>
              </a:extLst>
            </p:cNvPr>
            <p:cNvSpPr txBox="1"/>
            <p:nvPr/>
          </p:nvSpPr>
          <p:spPr bwMode="auto">
            <a:xfrm>
              <a:off x="3549608" y="2263410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Основной цвет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B84930E4-2E53-088C-41F8-D16034F1E160}"/>
                </a:ext>
              </a:extLst>
            </p:cNvPr>
            <p:cNvSpPr txBox="1"/>
            <p:nvPr/>
          </p:nvSpPr>
          <p:spPr bwMode="auto">
            <a:xfrm>
              <a:off x="3549608" y="2864744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Градиент</a:t>
              </a:r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1CC790D6-618F-DB1D-F8FB-36E5A2A2A0C0}"/>
              </a:ext>
            </a:extLst>
          </p:cNvPr>
          <p:cNvSpPr txBox="1"/>
          <p:nvPr userDrawn="1"/>
        </p:nvSpPr>
        <p:spPr bwMode="auto">
          <a:xfrm>
            <a:off x="342960" y="5185809"/>
            <a:ext cx="2298065" cy="6462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r>
              <a:rPr lang="ru-RU" sz="2400" baseline="30000" dirty="0">
                <a:latin typeface="Arial" panose="020B0604020202020204" pitchFamily="34" charset="0"/>
              </a:rPr>
              <a:t>Чтобы взять необходимый цвет на слайд, воспользуйтесь инструментом «Пипетка»</a:t>
            </a:r>
          </a:p>
        </p:txBody>
      </p:sp>
      <p:grpSp>
        <p:nvGrpSpPr>
          <p:cNvPr id="97" name="Группа 96">
            <a:extLst>
              <a:ext uri="{FF2B5EF4-FFF2-40B4-BE49-F238E27FC236}">
                <a16:creationId xmlns:a16="http://schemas.microsoft.com/office/drawing/2014/main" id="{E473D2E9-0F0D-F3C1-995D-FBBF9F062F28}"/>
              </a:ext>
            </a:extLst>
          </p:cNvPr>
          <p:cNvGrpSpPr/>
          <p:nvPr userDrawn="1"/>
        </p:nvGrpSpPr>
        <p:grpSpPr>
          <a:xfrm>
            <a:off x="3549608" y="3292514"/>
            <a:ext cx="1908208" cy="1428244"/>
            <a:chOff x="3549608" y="3292514"/>
            <a:chExt cx="1908208" cy="1428244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A6C9D72B-5EE4-E72F-E168-D2514BDC48AC}"/>
                </a:ext>
              </a:extLst>
            </p:cNvPr>
            <p:cNvSpPr txBox="1"/>
            <p:nvPr/>
          </p:nvSpPr>
          <p:spPr bwMode="auto">
            <a:xfrm>
              <a:off x="3549608" y="3292514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r>
                <a:rPr lang="ru-RU" sz="2400" baseline="30000" dirty="0">
                  <a:latin typeface="Arial" panose="020B0604020202020204" pitchFamily="34" charset="0"/>
                </a:rPr>
                <a:t>ИТХТ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AA9B65F0-0A6B-4E19-FE8D-37010035E84C}"/>
                </a:ext>
              </a:extLst>
            </p:cNvPr>
            <p:cNvSpPr txBox="1"/>
            <p:nvPr/>
          </p:nvSpPr>
          <p:spPr bwMode="auto">
            <a:xfrm>
              <a:off x="3549608" y="3859981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Основной цвет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1B186A5B-4359-EF50-5EA3-D64C7261D962}"/>
                </a:ext>
              </a:extLst>
            </p:cNvPr>
            <p:cNvSpPr txBox="1"/>
            <p:nvPr/>
          </p:nvSpPr>
          <p:spPr bwMode="auto">
            <a:xfrm>
              <a:off x="3549608" y="4461315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Градиент</a:t>
              </a:r>
            </a:p>
          </p:txBody>
        </p:sp>
      </p:grpSp>
      <p:grpSp>
        <p:nvGrpSpPr>
          <p:cNvPr id="68" name="Группа 67">
            <a:extLst>
              <a:ext uri="{FF2B5EF4-FFF2-40B4-BE49-F238E27FC236}">
                <a16:creationId xmlns:a16="http://schemas.microsoft.com/office/drawing/2014/main" id="{38D8488D-8ACB-B4D2-428A-C20180247A52}"/>
              </a:ext>
            </a:extLst>
          </p:cNvPr>
          <p:cNvGrpSpPr/>
          <p:nvPr userDrawn="1"/>
        </p:nvGrpSpPr>
        <p:grpSpPr>
          <a:xfrm>
            <a:off x="5770294" y="1695943"/>
            <a:ext cx="1908208" cy="1428244"/>
            <a:chOff x="3549608" y="1695943"/>
            <a:chExt cx="1908208" cy="1428244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6896CFC6-F7F1-EBDE-B816-46442E2587C1}"/>
                </a:ext>
              </a:extLst>
            </p:cNvPr>
            <p:cNvSpPr txBox="1"/>
            <p:nvPr/>
          </p:nvSpPr>
          <p:spPr bwMode="auto">
            <a:xfrm>
              <a:off x="3549608" y="1695943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r>
                <a:rPr lang="ru-RU" sz="2400" baseline="30000" dirty="0">
                  <a:latin typeface="Arial" panose="020B0604020202020204" pitchFamily="34" charset="0"/>
                </a:rPr>
                <a:t>ИРИ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9506D54A-364F-ABBE-84C8-313659CAAA75}"/>
                </a:ext>
              </a:extLst>
            </p:cNvPr>
            <p:cNvSpPr txBox="1"/>
            <p:nvPr/>
          </p:nvSpPr>
          <p:spPr bwMode="auto">
            <a:xfrm>
              <a:off x="3568005" y="2263410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Основной цвет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0118C85C-D9B9-87EC-4BC0-1C0FDC5368A4}"/>
                </a:ext>
              </a:extLst>
            </p:cNvPr>
            <p:cNvSpPr txBox="1"/>
            <p:nvPr/>
          </p:nvSpPr>
          <p:spPr bwMode="auto">
            <a:xfrm>
              <a:off x="3568005" y="2864744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Градиент</a:t>
              </a:r>
            </a:p>
          </p:txBody>
        </p:sp>
      </p:grpSp>
      <p:grpSp>
        <p:nvGrpSpPr>
          <p:cNvPr id="72" name="Группа 71">
            <a:extLst>
              <a:ext uri="{FF2B5EF4-FFF2-40B4-BE49-F238E27FC236}">
                <a16:creationId xmlns:a16="http://schemas.microsoft.com/office/drawing/2014/main" id="{B2910DBF-6C25-52F9-B9EA-A9F7F681362F}"/>
              </a:ext>
            </a:extLst>
          </p:cNvPr>
          <p:cNvGrpSpPr/>
          <p:nvPr userDrawn="1"/>
        </p:nvGrpSpPr>
        <p:grpSpPr>
          <a:xfrm>
            <a:off x="5770294" y="3292514"/>
            <a:ext cx="1908208" cy="1428244"/>
            <a:chOff x="3549608" y="1695943"/>
            <a:chExt cx="1908208" cy="1428244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17E77DC5-3C7B-0426-35BC-E9C71AA48B12}"/>
                </a:ext>
              </a:extLst>
            </p:cNvPr>
            <p:cNvSpPr txBox="1"/>
            <p:nvPr/>
          </p:nvSpPr>
          <p:spPr bwMode="auto">
            <a:xfrm>
              <a:off x="3549608" y="1695943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r>
                <a:rPr lang="ru-RU" sz="2400" baseline="30000" dirty="0">
                  <a:latin typeface="Arial" panose="020B0604020202020204" pitchFamily="34" charset="0"/>
                </a:rPr>
                <a:t>ИИТ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601DAAF3-C748-A17D-B659-58234ED8B2E7}"/>
                </a:ext>
              </a:extLst>
            </p:cNvPr>
            <p:cNvSpPr txBox="1"/>
            <p:nvPr/>
          </p:nvSpPr>
          <p:spPr bwMode="auto">
            <a:xfrm>
              <a:off x="3568005" y="2263410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Основной цвет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9BEC2966-FD22-86CD-66DA-EF6223AE6123}"/>
                </a:ext>
              </a:extLst>
            </p:cNvPr>
            <p:cNvSpPr txBox="1"/>
            <p:nvPr/>
          </p:nvSpPr>
          <p:spPr bwMode="auto">
            <a:xfrm>
              <a:off x="3568005" y="2864744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Градиент</a:t>
              </a:r>
            </a:p>
          </p:txBody>
        </p:sp>
      </p:grpSp>
      <p:grpSp>
        <p:nvGrpSpPr>
          <p:cNvPr id="92" name="Группа 91">
            <a:extLst>
              <a:ext uri="{FF2B5EF4-FFF2-40B4-BE49-F238E27FC236}">
                <a16:creationId xmlns:a16="http://schemas.microsoft.com/office/drawing/2014/main" id="{04FD5268-488D-6946-D7C0-AF9FD8030DCF}"/>
              </a:ext>
            </a:extLst>
          </p:cNvPr>
          <p:cNvGrpSpPr/>
          <p:nvPr userDrawn="1"/>
        </p:nvGrpSpPr>
        <p:grpSpPr>
          <a:xfrm>
            <a:off x="7961951" y="1695943"/>
            <a:ext cx="1908208" cy="1428244"/>
            <a:chOff x="7961951" y="1695943"/>
            <a:chExt cx="1908208" cy="1428244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D93075B2-DF63-5B98-7FFA-60E2F665EC3B}"/>
                </a:ext>
              </a:extLst>
            </p:cNvPr>
            <p:cNvSpPr txBox="1"/>
            <p:nvPr/>
          </p:nvSpPr>
          <p:spPr bwMode="auto">
            <a:xfrm>
              <a:off x="7961951" y="1695943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r>
                <a:rPr lang="ru-RU" sz="2400" baseline="30000" dirty="0">
                  <a:latin typeface="Arial" panose="020B0604020202020204" pitchFamily="34" charset="0"/>
                </a:rPr>
                <a:t>ИКБ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9951C4D5-A80C-B288-8D1A-D1B1C7E58AB4}"/>
                </a:ext>
              </a:extLst>
            </p:cNvPr>
            <p:cNvSpPr txBox="1"/>
            <p:nvPr/>
          </p:nvSpPr>
          <p:spPr bwMode="auto">
            <a:xfrm>
              <a:off x="7961951" y="2263410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Основной цвет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AF23C907-BF09-91F5-A3A1-7EDE3D7C5E5B}"/>
                </a:ext>
              </a:extLst>
            </p:cNvPr>
            <p:cNvSpPr txBox="1"/>
            <p:nvPr/>
          </p:nvSpPr>
          <p:spPr bwMode="auto">
            <a:xfrm>
              <a:off x="7961951" y="2864744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Градиент</a:t>
              </a:r>
            </a:p>
          </p:txBody>
        </p:sp>
      </p:grpSp>
      <p:grpSp>
        <p:nvGrpSpPr>
          <p:cNvPr id="93" name="Группа 92">
            <a:extLst>
              <a:ext uri="{FF2B5EF4-FFF2-40B4-BE49-F238E27FC236}">
                <a16:creationId xmlns:a16="http://schemas.microsoft.com/office/drawing/2014/main" id="{60586AA2-8A1A-A8C4-0117-98F7E43D16B8}"/>
              </a:ext>
            </a:extLst>
          </p:cNvPr>
          <p:cNvGrpSpPr/>
          <p:nvPr userDrawn="1"/>
        </p:nvGrpSpPr>
        <p:grpSpPr>
          <a:xfrm>
            <a:off x="7961951" y="3292514"/>
            <a:ext cx="1908208" cy="1428244"/>
            <a:chOff x="7961951" y="3292514"/>
            <a:chExt cx="1908208" cy="1428244"/>
          </a:xfrm>
        </p:grpSpPr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2C137FA2-CE0C-F31C-1B27-0F490F200B49}"/>
                </a:ext>
              </a:extLst>
            </p:cNvPr>
            <p:cNvSpPr txBox="1"/>
            <p:nvPr/>
          </p:nvSpPr>
          <p:spPr bwMode="auto">
            <a:xfrm>
              <a:off x="7961951" y="3292514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r>
                <a:rPr lang="ru-RU" sz="2400" baseline="30000" dirty="0">
                  <a:latin typeface="Arial" panose="020B0604020202020204" pitchFamily="34" charset="0"/>
                </a:rPr>
                <a:t>ИТУ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94F3AC6B-F15E-28CF-C186-CDC3FA329249}"/>
                </a:ext>
              </a:extLst>
            </p:cNvPr>
            <p:cNvSpPr txBox="1"/>
            <p:nvPr/>
          </p:nvSpPr>
          <p:spPr bwMode="auto">
            <a:xfrm>
              <a:off x="7961951" y="3859981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Основной цвет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41EE4CB2-9FE0-A128-4789-CB4879F64E77}"/>
                </a:ext>
              </a:extLst>
            </p:cNvPr>
            <p:cNvSpPr txBox="1"/>
            <p:nvPr/>
          </p:nvSpPr>
          <p:spPr bwMode="auto">
            <a:xfrm>
              <a:off x="7961951" y="4461315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Градиент</a:t>
              </a:r>
            </a:p>
          </p:txBody>
        </p:sp>
      </p:grpSp>
      <p:grpSp>
        <p:nvGrpSpPr>
          <p:cNvPr id="95" name="Группа 94">
            <a:extLst>
              <a:ext uri="{FF2B5EF4-FFF2-40B4-BE49-F238E27FC236}">
                <a16:creationId xmlns:a16="http://schemas.microsoft.com/office/drawing/2014/main" id="{B30C8409-B562-203F-974C-71E9FCD222ED}"/>
              </a:ext>
            </a:extLst>
          </p:cNvPr>
          <p:cNvGrpSpPr/>
          <p:nvPr userDrawn="1"/>
        </p:nvGrpSpPr>
        <p:grpSpPr>
          <a:xfrm>
            <a:off x="10197151" y="1695943"/>
            <a:ext cx="1908208" cy="1428244"/>
            <a:chOff x="10197151" y="1695943"/>
            <a:chExt cx="1908208" cy="1428244"/>
          </a:xfrm>
        </p:grpSpPr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C538F584-919F-A539-1A91-88D508BDB14F}"/>
                </a:ext>
              </a:extLst>
            </p:cNvPr>
            <p:cNvSpPr txBox="1"/>
            <p:nvPr/>
          </p:nvSpPr>
          <p:spPr bwMode="auto">
            <a:xfrm>
              <a:off x="10197151" y="1695943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r>
                <a:rPr lang="ru-RU" sz="2400" baseline="30000" dirty="0">
                  <a:latin typeface="Arial" panose="020B0604020202020204" pitchFamily="34" charset="0"/>
                </a:rPr>
                <a:t>ИПТИП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A806434A-E8F0-1726-C8A2-DDD43FC43014}"/>
                </a:ext>
              </a:extLst>
            </p:cNvPr>
            <p:cNvSpPr txBox="1"/>
            <p:nvPr/>
          </p:nvSpPr>
          <p:spPr bwMode="auto">
            <a:xfrm>
              <a:off x="10197151" y="2263410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Основной цвет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FDCE93B8-0A50-BC58-75FA-D0ECB9A38EDA}"/>
                </a:ext>
              </a:extLst>
            </p:cNvPr>
            <p:cNvSpPr txBox="1"/>
            <p:nvPr/>
          </p:nvSpPr>
          <p:spPr bwMode="auto">
            <a:xfrm>
              <a:off x="10197151" y="2864744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Градиент</a:t>
              </a:r>
            </a:p>
          </p:txBody>
        </p:sp>
      </p:grpSp>
      <p:grpSp>
        <p:nvGrpSpPr>
          <p:cNvPr id="94" name="Группа 93">
            <a:extLst>
              <a:ext uri="{FF2B5EF4-FFF2-40B4-BE49-F238E27FC236}">
                <a16:creationId xmlns:a16="http://schemas.microsoft.com/office/drawing/2014/main" id="{16BB9014-AD94-E7AB-7475-4DAB00CFDE54}"/>
              </a:ext>
            </a:extLst>
          </p:cNvPr>
          <p:cNvGrpSpPr/>
          <p:nvPr userDrawn="1"/>
        </p:nvGrpSpPr>
        <p:grpSpPr>
          <a:xfrm>
            <a:off x="10197151" y="3292514"/>
            <a:ext cx="1908208" cy="1428244"/>
            <a:chOff x="10197151" y="3292514"/>
            <a:chExt cx="1908208" cy="1428244"/>
          </a:xfrm>
        </p:grpSpPr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042CF7F2-B0D8-4478-59CD-6B6DA04C229C}"/>
                </a:ext>
              </a:extLst>
            </p:cNvPr>
            <p:cNvSpPr txBox="1"/>
            <p:nvPr/>
          </p:nvSpPr>
          <p:spPr bwMode="auto">
            <a:xfrm>
              <a:off x="10197151" y="3292514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r>
                <a:rPr lang="ru-RU" sz="2400" baseline="30000" dirty="0">
                  <a:latin typeface="Arial" panose="020B0604020202020204" pitchFamily="34" charset="0"/>
                </a:rPr>
                <a:t>ПИШ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FDB3592E-A3D8-48F5-B38E-8E8C9DA29B8A}"/>
                </a:ext>
              </a:extLst>
            </p:cNvPr>
            <p:cNvSpPr txBox="1"/>
            <p:nvPr/>
          </p:nvSpPr>
          <p:spPr bwMode="auto">
            <a:xfrm>
              <a:off x="10197151" y="3859981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Основной цвет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94E4CCD2-9641-9093-B158-D6D77B28C1EC}"/>
                </a:ext>
              </a:extLst>
            </p:cNvPr>
            <p:cNvSpPr txBox="1"/>
            <p:nvPr/>
          </p:nvSpPr>
          <p:spPr bwMode="auto">
            <a:xfrm>
              <a:off x="10197151" y="4461315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Градиент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552733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азовый слайд с под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86252365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name="Слайд think-cell" r:id="rId5" imgW="383" imgH="384" progId="TCLayout.ActiveDocument.1">
                  <p:embed/>
                </p:oleObj>
              </mc:Choice>
              <mc:Fallback>
                <p:oleObj name="Слайд think-cell" r:id="rId5" imgW="383" imgH="384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503030702020504" pitchFamily="34" charset="0"/>
            </a:endParaRPr>
          </a:p>
        </p:txBody>
      </p:sp>
      <p:sp>
        <p:nvSpPr>
          <p:cNvPr id="1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47662" y="908725"/>
            <a:ext cx="10398685" cy="21544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 dirty="0">
                <a:solidFill>
                  <a:schemeClr val="accent6"/>
                </a:solidFill>
                <a:latin typeface="Arial" panose="020B0604020202020204" pitchFamily="34" charset="0"/>
              </a:defRPr>
            </a:lvl1pPr>
            <a:lvl2pPr marL="457224" indent="0" algn="ctr">
              <a:buNone/>
              <a:defRPr sz="2000"/>
            </a:lvl2pPr>
            <a:lvl3pPr marL="914446" indent="0" algn="ctr">
              <a:buNone/>
              <a:defRPr sz="1801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pPr lvl="0" defTabSz="914400"/>
            <a:r>
              <a:rPr lang="ru-RU" dirty="0"/>
              <a:t>Подзаголовок</a:t>
            </a:r>
            <a:r>
              <a:rPr lang="en-US" dirty="0"/>
              <a:t> (14 pt )</a:t>
            </a:r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3F3ED5B-DA7C-4766-98AC-902F744E6F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662" y="57633"/>
            <a:ext cx="10398685" cy="738664"/>
          </a:xfrm>
        </p:spPr>
        <p:txBody>
          <a:bodyPr vert="horz"/>
          <a:lstStyle>
            <a:lvl1pPr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chemeClr val="accent5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ru-RU" dirty="0"/>
              <a:t>Заголовок может быть набран </a:t>
            </a:r>
            <a:br>
              <a:rPr lang="ru-RU" dirty="0"/>
            </a:br>
            <a:r>
              <a:rPr lang="ru-RU" dirty="0"/>
              <a:t>в одну или две строки (24 </a:t>
            </a:r>
            <a:r>
              <a:rPr lang="en-US" dirty="0"/>
              <a:t>pt) </a:t>
            </a:r>
            <a:endParaRPr lang="ru-RU" dirty="0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5EF05320-B1AF-31D5-71BA-423AC0DFE55C}"/>
              </a:ext>
            </a:extLst>
          </p:cNvPr>
          <p:cNvSpPr/>
          <p:nvPr userDrawn="1"/>
        </p:nvSpPr>
        <p:spPr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423E46-B7A0-4744-B3E1-320992BDBEC7}" type="slidenum">
              <a:rPr kumimoji="0" lang="ru-RU" sz="1000" b="0" i="0" u="none" strike="noStrike" kern="1200" cap="none" spc="0" normalizeH="0" baseline="0" noProof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E0F17F82-0058-D7C0-A101-CD80A644AB71}"/>
              </a:ext>
            </a:extLst>
          </p:cNvPr>
          <p:cNvCxnSpPr>
            <a:cxnSpLocks/>
          </p:cNvCxnSpPr>
          <p:nvPr userDrawn="1"/>
        </p:nvCxnSpPr>
        <p:spPr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7D7B313A-88B8-A61C-4F29-7D43114C4231}"/>
              </a:ext>
            </a:extLst>
          </p:cNvPr>
          <p:cNvGrpSpPr/>
          <p:nvPr userDrawn="1"/>
        </p:nvGrpSpPr>
        <p:grpSpPr>
          <a:xfrm>
            <a:off x="11113862" y="171149"/>
            <a:ext cx="743176" cy="521001"/>
            <a:chOff x="4091278" y="2349598"/>
            <a:chExt cx="3638550" cy="2550794"/>
          </a:xfrm>
          <a:solidFill>
            <a:srgbClr val="365CA7"/>
          </a:solidFill>
        </p:grpSpPr>
        <p:sp>
          <p:nvSpPr>
            <p:cNvPr id="6" name="Полилиния: фигура 5">
              <a:extLst>
                <a:ext uri="{FF2B5EF4-FFF2-40B4-BE49-F238E27FC236}">
                  <a16:creationId xmlns:a16="http://schemas.microsoft.com/office/drawing/2014/main" id="{1DACADF0-0939-1B87-077C-5A34D2F4B857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>
              <a:extLst>
                <a:ext uri="{FF2B5EF4-FFF2-40B4-BE49-F238E27FC236}">
                  <a16:creationId xmlns:a16="http://schemas.microsoft.com/office/drawing/2014/main" id="{7519E1CD-9C37-7A7C-EEAD-092DB924E6D7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0" name="Рисунок 56">
              <a:extLst>
                <a:ext uri="{FF2B5EF4-FFF2-40B4-BE49-F238E27FC236}">
                  <a16:creationId xmlns:a16="http://schemas.microsoft.com/office/drawing/2014/main" id="{7E8ED138-AD2E-F079-75D6-EA1210EB50EA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8" name="Полилиния: фигура 27">
                <a:extLst>
                  <a:ext uri="{FF2B5EF4-FFF2-40B4-BE49-F238E27FC236}">
                    <a16:creationId xmlns:a16="http://schemas.microsoft.com/office/drawing/2014/main" id="{61871B15-0202-A6C0-1E3F-A81694FFF07F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>
                <a:extLst>
                  <a:ext uri="{FF2B5EF4-FFF2-40B4-BE49-F238E27FC236}">
                    <a16:creationId xmlns:a16="http://schemas.microsoft.com/office/drawing/2014/main" id="{9CA9B1CC-3FA7-5527-296A-D4527FCC27D2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Рисунок 56">
              <a:extLst>
                <a:ext uri="{FF2B5EF4-FFF2-40B4-BE49-F238E27FC236}">
                  <a16:creationId xmlns:a16="http://schemas.microsoft.com/office/drawing/2014/main" id="{C125FED9-E576-E9BB-E4E8-99EF20082B71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6" name="Полилиния: фигура 25">
                <a:extLst>
                  <a:ext uri="{FF2B5EF4-FFF2-40B4-BE49-F238E27FC236}">
                    <a16:creationId xmlns:a16="http://schemas.microsoft.com/office/drawing/2014/main" id="{1AC10B5C-A85E-AB93-0C9D-8C25E979DE06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>
                <a:extLst>
                  <a:ext uri="{FF2B5EF4-FFF2-40B4-BE49-F238E27FC236}">
                    <a16:creationId xmlns:a16="http://schemas.microsoft.com/office/drawing/2014/main" id="{7EBB5580-A62F-5E59-D69D-F586D0A510ED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2" name="Полилиния: фигура 11">
              <a:extLst>
                <a:ext uri="{FF2B5EF4-FFF2-40B4-BE49-F238E27FC236}">
                  <a16:creationId xmlns:a16="http://schemas.microsoft.com/office/drawing/2014/main" id="{76A17F40-117E-7C58-781A-C14244E75F7A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4" name="Рисунок 56">
              <a:extLst>
                <a:ext uri="{FF2B5EF4-FFF2-40B4-BE49-F238E27FC236}">
                  <a16:creationId xmlns:a16="http://schemas.microsoft.com/office/drawing/2014/main" id="{A948B37B-E5F2-F4B5-4F24-A7302BB3E631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4" name="Полилиния: фигура 23">
                <a:extLst>
                  <a:ext uri="{FF2B5EF4-FFF2-40B4-BE49-F238E27FC236}">
                    <a16:creationId xmlns:a16="http://schemas.microsoft.com/office/drawing/2014/main" id="{33336356-F26D-0616-AE07-C6472B7074AA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>
                <a:extLst>
                  <a:ext uri="{FF2B5EF4-FFF2-40B4-BE49-F238E27FC236}">
                    <a16:creationId xmlns:a16="http://schemas.microsoft.com/office/drawing/2014/main" id="{6991E8EB-E13F-AE58-4002-3287FD2DB95C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>
              <a:extLst>
                <a:ext uri="{FF2B5EF4-FFF2-40B4-BE49-F238E27FC236}">
                  <a16:creationId xmlns:a16="http://schemas.microsoft.com/office/drawing/2014/main" id="{A2FAC956-08FD-78F7-244F-450B9C9A407D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2" name="Полилиния: фигура 21">
                <a:extLst>
                  <a:ext uri="{FF2B5EF4-FFF2-40B4-BE49-F238E27FC236}">
                    <a16:creationId xmlns:a16="http://schemas.microsoft.com/office/drawing/2014/main" id="{EE8B3BD1-4195-555E-5DF2-05B4811E8C43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>
                <a:extLst>
                  <a:ext uri="{FF2B5EF4-FFF2-40B4-BE49-F238E27FC236}">
                    <a16:creationId xmlns:a16="http://schemas.microsoft.com/office/drawing/2014/main" id="{4C9407CE-B8D9-1658-23D6-527EB9CA5782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Рисунок 56">
              <a:extLst>
                <a:ext uri="{FF2B5EF4-FFF2-40B4-BE49-F238E27FC236}">
                  <a16:creationId xmlns:a16="http://schemas.microsoft.com/office/drawing/2014/main" id="{B4C725A1-7B76-C7AF-DAFD-F56B411D9D7C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0" name="Полилиния: фигура 19">
                <a:extLst>
                  <a:ext uri="{FF2B5EF4-FFF2-40B4-BE49-F238E27FC236}">
                    <a16:creationId xmlns:a16="http://schemas.microsoft.com/office/drawing/2014/main" id="{06F934ED-3E65-9D2B-659E-046F1F74D021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>
                <a:extLst>
                  <a:ext uri="{FF2B5EF4-FFF2-40B4-BE49-F238E27FC236}">
                    <a16:creationId xmlns:a16="http://schemas.microsoft.com/office/drawing/2014/main" id="{F1A90D15-0F82-DE6C-E235-9AA393D63D6E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Рисунок 56">
              <a:extLst>
                <a:ext uri="{FF2B5EF4-FFF2-40B4-BE49-F238E27FC236}">
                  <a16:creationId xmlns:a16="http://schemas.microsoft.com/office/drawing/2014/main" id="{9CA0F461-83E7-3688-5562-93870670B7E1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18" name="Полилиния: фигура 17">
                <a:extLst>
                  <a:ext uri="{FF2B5EF4-FFF2-40B4-BE49-F238E27FC236}">
                    <a16:creationId xmlns:a16="http://schemas.microsoft.com/office/drawing/2014/main" id="{71654210-FE70-3EB8-6DF1-92C7D56FB768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>
                <a:extLst>
                  <a:ext uri="{FF2B5EF4-FFF2-40B4-BE49-F238E27FC236}">
                    <a16:creationId xmlns:a16="http://schemas.microsoft.com/office/drawing/2014/main" id="{56A408DB-2BE5-A112-9705-6F9D50078ECD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A15D4BF5-3277-1E06-08AB-64D4CC91D5D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7662" y="1981200"/>
            <a:ext cx="5573272" cy="4344987"/>
          </a:xfrm>
          <a:prstGeom prst="rect">
            <a:avLst/>
          </a:prstGeom>
          <a:ln>
            <a:noFill/>
          </a:ln>
        </p:spPr>
        <p:txBody>
          <a:bodyPr lIns="0" tIns="0" rIns="0" bIns="0">
            <a:noAutofit/>
          </a:bodyPr>
          <a:lstStyle>
            <a:lvl1pPr marL="0" marR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None/>
              <a:tabLst/>
              <a:defRPr lang="ru-RU" sz="1200" kern="1200" dirty="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144000" indent="-144000">
              <a:buClr>
                <a:schemeClr val="accent5"/>
              </a:buClr>
              <a:buFont typeface="Wingdings" panose="05000000000000000000" pitchFamily="2" charset="2"/>
              <a:buChar char="§"/>
              <a:defRPr>
                <a:solidFill>
                  <a:schemeClr val="tx2"/>
                </a:solidFill>
              </a:defRPr>
            </a:lvl2pPr>
            <a:lvl3pPr>
              <a:buClr>
                <a:schemeClr val="accent5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accent5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accent5"/>
              </a:buCl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 dirty="0"/>
              <a:t>В данное поле необходимо добавить текст.</a:t>
            </a:r>
          </a:p>
        </p:txBody>
      </p:sp>
      <p:sp>
        <p:nvSpPr>
          <p:cNvPr id="32" name="Рисунок 31">
            <a:extLst>
              <a:ext uri="{FF2B5EF4-FFF2-40B4-BE49-F238E27FC236}">
                <a16:creationId xmlns:a16="http://schemas.microsoft.com/office/drawing/2014/main" id="{EAB9AAC3-2441-6141-7934-D614A4BDA9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97053" y="1268413"/>
            <a:ext cx="5559985" cy="5057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43" name="Текст 42">
            <a:extLst>
              <a:ext uri="{FF2B5EF4-FFF2-40B4-BE49-F238E27FC236}">
                <a16:creationId xmlns:a16="http://schemas.microsoft.com/office/drawing/2014/main" id="{22CB83DB-F4CD-FCF4-4035-DEE6B61CD81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7662" y="1268413"/>
            <a:ext cx="5573272" cy="573087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>
                <a:solidFill>
                  <a:schemeClr val="accent5"/>
                </a:solidFill>
                <a:latin typeface="Arial" panose="020B0604020202020204" pitchFamily="34" charset="0"/>
              </a:defRPr>
            </a:lvl1pPr>
            <a:lvl2pPr>
              <a:defRPr sz="1600" b="1">
                <a:solidFill>
                  <a:schemeClr val="accent5"/>
                </a:solidFill>
              </a:defRPr>
            </a:lvl2pPr>
            <a:lvl3pPr>
              <a:defRPr sz="1600" b="1">
                <a:solidFill>
                  <a:schemeClr val="accent5"/>
                </a:solidFill>
              </a:defRPr>
            </a:lvl3pPr>
            <a:lvl4pPr>
              <a:defRPr sz="1600" b="1">
                <a:solidFill>
                  <a:schemeClr val="accent5"/>
                </a:solidFill>
              </a:defRPr>
            </a:lvl4pPr>
            <a:lvl5pPr>
              <a:defRPr sz="1600" b="1">
                <a:solidFill>
                  <a:schemeClr val="accent5"/>
                </a:solidFill>
              </a:defRPr>
            </a:lvl5pPr>
          </a:lstStyle>
          <a:p>
            <a:pPr lvl="0"/>
            <a:r>
              <a:rPr lang="ru-RU" dirty="0"/>
              <a:t>Заголовок может быть набран</a:t>
            </a:r>
            <a:br>
              <a:rPr lang="ru-RU" dirty="0"/>
            </a:br>
            <a:r>
              <a:rPr lang="ru-RU" dirty="0"/>
              <a:t>в две или три строки (14 </a:t>
            </a:r>
            <a:r>
              <a:rPr lang="ru-RU" dirty="0" err="1"/>
              <a:t>pt</a:t>
            </a:r>
            <a:r>
              <a:rPr lang="ru-R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902917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азовый слайд с несколькими изображени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Рисунок 31">
            <a:extLst>
              <a:ext uri="{FF2B5EF4-FFF2-40B4-BE49-F238E27FC236}">
                <a16:creationId xmlns:a16="http://schemas.microsoft.com/office/drawing/2014/main" id="{EAB9AAC3-2441-6141-7934-D614A4BDA9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915955" y="12684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41" name="Рисунок 31">
            <a:extLst>
              <a:ext uri="{FF2B5EF4-FFF2-40B4-BE49-F238E27FC236}">
                <a16:creationId xmlns:a16="http://schemas.microsoft.com/office/drawing/2014/main" id="{09B8CC64-1014-AA5D-B170-6179904D8B6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268181" y="12684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45" name="Рисунок 31">
            <a:extLst>
              <a:ext uri="{FF2B5EF4-FFF2-40B4-BE49-F238E27FC236}">
                <a16:creationId xmlns:a16="http://schemas.microsoft.com/office/drawing/2014/main" id="{9B5CBFD1-417E-633A-263C-DC1B901FD88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620407" y="12684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46" name="Рисунок 31">
            <a:extLst>
              <a:ext uri="{FF2B5EF4-FFF2-40B4-BE49-F238E27FC236}">
                <a16:creationId xmlns:a16="http://schemas.microsoft.com/office/drawing/2014/main" id="{4EC16751-3192-3D51-DE20-8F8624B78E3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915955" y="34655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47" name="Рисунок 31">
            <a:extLst>
              <a:ext uri="{FF2B5EF4-FFF2-40B4-BE49-F238E27FC236}">
                <a16:creationId xmlns:a16="http://schemas.microsoft.com/office/drawing/2014/main" id="{26C0FBA2-A76F-CACA-8B8E-247E6623D84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268181" y="34655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48" name="Рисунок 31">
            <a:extLst>
              <a:ext uri="{FF2B5EF4-FFF2-40B4-BE49-F238E27FC236}">
                <a16:creationId xmlns:a16="http://schemas.microsoft.com/office/drawing/2014/main" id="{1614C6F1-ACAB-BC72-081B-71DF21A26C0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620407" y="34655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86252365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" name="Слайд think-cell" r:id="rId5" imgW="383" imgH="384" progId="TCLayout.ActiveDocument.1">
                  <p:embed/>
                </p:oleObj>
              </mc:Choice>
              <mc:Fallback>
                <p:oleObj name="Слайд think-cell" r:id="rId5" imgW="383" imgH="384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503030702020504" pitchFamily="34" charset="0"/>
            </a:endParaRPr>
          </a:p>
        </p:txBody>
      </p:sp>
      <p:sp>
        <p:nvSpPr>
          <p:cNvPr id="1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47662" y="908725"/>
            <a:ext cx="10398685" cy="21544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 dirty="0">
                <a:solidFill>
                  <a:schemeClr val="accent6"/>
                </a:solidFill>
                <a:latin typeface="Arial" panose="020B0604020202020204" pitchFamily="34" charset="0"/>
              </a:defRPr>
            </a:lvl1pPr>
            <a:lvl2pPr marL="457224" indent="0" algn="ctr">
              <a:buNone/>
              <a:defRPr sz="2000"/>
            </a:lvl2pPr>
            <a:lvl3pPr marL="914446" indent="0" algn="ctr">
              <a:buNone/>
              <a:defRPr sz="1801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pPr lvl="0" defTabSz="914400"/>
            <a:r>
              <a:rPr lang="ru-RU" dirty="0"/>
              <a:t>Подзаголовок</a:t>
            </a:r>
            <a:r>
              <a:rPr lang="en-US" dirty="0"/>
              <a:t> (14 pt )</a:t>
            </a:r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3F3ED5B-DA7C-4766-98AC-902F744E6F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662" y="57633"/>
            <a:ext cx="10398685" cy="738664"/>
          </a:xfrm>
        </p:spPr>
        <p:txBody>
          <a:bodyPr vert="horz"/>
          <a:lstStyle>
            <a:lvl1pPr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chemeClr val="accent5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ru-RU" dirty="0"/>
              <a:t>Заголовок может быть набран </a:t>
            </a:r>
            <a:br>
              <a:rPr lang="ru-RU" dirty="0"/>
            </a:br>
            <a:r>
              <a:rPr lang="ru-RU" dirty="0"/>
              <a:t>в одну или две строки (24 </a:t>
            </a:r>
            <a:r>
              <a:rPr lang="en-US" dirty="0"/>
              <a:t>pt) </a:t>
            </a:r>
            <a:endParaRPr lang="ru-RU" dirty="0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5EF05320-B1AF-31D5-71BA-423AC0DFE55C}"/>
              </a:ext>
            </a:extLst>
          </p:cNvPr>
          <p:cNvSpPr/>
          <p:nvPr userDrawn="1"/>
        </p:nvSpPr>
        <p:spPr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423E46-B7A0-4744-B3E1-320992BDBEC7}" type="slidenum">
              <a:rPr kumimoji="0" lang="ru-RU" sz="1000" b="0" i="0" u="none" strike="noStrike" kern="1200" cap="none" spc="0" normalizeH="0" baseline="0" noProof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E0F17F82-0058-D7C0-A101-CD80A644AB71}"/>
              </a:ext>
            </a:extLst>
          </p:cNvPr>
          <p:cNvCxnSpPr>
            <a:cxnSpLocks/>
          </p:cNvCxnSpPr>
          <p:nvPr userDrawn="1"/>
        </p:nvCxnSpPr>
        <p:spPr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7D7B313A-88B8-A61C-4F29-7D43114C4231}"/>
              </a:ext>
            </a:extLst>
          </p:cNvPr>
          <p:cNvGrpSpPr/>
          <p:nvPr userDrawn="1"/>
        </p:nvGrpSpPr>
        <p:grpSpPr>
          <a:xfrm>
            <a:off x="11113862" y="171149"/>
            <a:ext cx="743176" cy="521001"/>
            <a:chOff x="4091278" y="2349598"/>
            <a:chExt cx="3638550" cy="2550794"/>
          </a:xfrm>
          <a:solidFill>
            <a:srgbClr val="365CA7"/>
          </a:solidFill>
        </p:grpSpPr>
        <p:sp>
          <p:nvSpPr>
            <p:cNvPr id="6" name="Полилиния: фигура 5">
              <a:extLst>
                <a:ext uri="{FF2B5EF4-FFF2-40B4-BE49-F238E27FC236}">
                  <a16:creationId xmlns:a16="http://schemas.microsoft.com/office/drawing/2014/main" id="{1DACADF0-0939-1B87-077C-5A34D2F4B857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>
              <a:extLst>
                <a:ext uri="{FF2B5EF4-FFF2-40B4-BE49-F238E27FC236}">
                  <a16:creationId xmlns:a16="http://schemas.microsoft.com/office/drawing/2014/main" id="{7519E1CD-9C37-7A7C-EEAD-092DB924E6D7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0" name="Рисунок 56">
              <a:extLst>
                <a:ext uri="{FF2B5EF4-FFF2-40B4-BE49-F238E27FC236}">
                  <a16:creationId xmlns:a16="http://schemas.microsoft.com/office/drawing/2014/main" id="{7E8ED138-AD2E-F079-75D6-EA1210EB50EA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8" name="Полилиния: фигура 27">
                <a:extLst>
                  <a:ext uri="{FF2B5EF4-FFF2-40B4-BE49-F238E27FC236}">
                    <a16:creationId xmlns:a16="http://schemas.microsoft.com/office/drawing/2014/main" id="{61871B15-0202-A6C0-1E3F-A81694FFF07F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>
                <a:extLst>
                  <a:ext uri="{FF2B5EF4-FFF2-40B4-BE49-F238E27FC236}">
                    <a16:creationId xmlns:a16="http://schemas.microsoft.com/office/drawing/2014/main" id="{9CA9B1CC-3FA7-5527-296A-D4527FCC27D2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Рисунок 56">
              <a:extLst>
                <a:ext uri="{FF2B5EF4-FFF2-40B4-BE49-F238E27FC236}">
                  <a16:creationId xmlns:a16="http://schemas.microsoft.com/office/drawing/2014/main" id="{C125FED9-E576-E9BB-E4E8-99EF20082B71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6" name="Полилиния: фигура 25">
                <a:extLst>
                  <a:ext uri="{FF2B5EF4-FFF2-40B4-BE49-F238E27FC236}">
                    <a16:creationId xmlns:a16="http://schemas.microsoft.com/office/drawing/2014/main" id="{1AC10B5C-A85E-AB93-0C9D-8C25E979DE06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>
                <a:extLst>
                  <a:ext uri="{FF2B5EF4-FFF2-40B4-BE49-F238E27FC236}">
                    <a16:creationId xmlns:a16="http://schemas.microsoft.com/office/drawing/2014/main" id="{7EBB5580-A62F-5E59-D69D-F586D0A510ED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2" name="Полилиния: фигура 11">
              <a:extLst>
                <a:ext uri="{FF2B5EF4-FFF2-40B4-BE49-F238E27FC236}">
                  <a16:creationId xmlns:a16="http://schemas.microsoft.com/office/drawing/2014/main" id="{76A17F40-117E-7C58-781A-C14244E75F7A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4" name="Рисунок 56">
              <a:extLst>
                <a:ext uri="{FF2B5EF4-FFF2-40B4-BE49-F238E27FC236}">
                  <a16:creationId xmlns:a16="http://schemas.microsoft.com/office/drawing/2014/main" id="{A948B37B-E5F2-F4B5-4F24-A7302BB3E631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4" name="Полилиния: фигура 23">
                <a:extLst>
                  <a:ext uri="{FF2B5EF4-FFF2-40B4-BE49-F238E27FC236}">
                    <a16:creationId xmlns:a16="http://schemas.microsoft.com/office/drawing/2014/main" id="{33336356-F26D-0616-AE07-C6472B7074AA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>
                <a:extLst>
                  <a:ext uri="{FF2B5EF4-FFF2-40B4-BE49-F238E27FC236}">
                    <a16:creationId xmlns:a16="http://schemas.microsoft.com/office/drawing/2014/main" id="{6991E8EB-E13F-AE58-4002-3287FD2DB95C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>
              <a:extLst>
                <a:ext uri="{FF2B5EF4-FFF2-40B4-BE49-F238E27FC236}">
                  <a16:creationId xmlns:a16="http://schemas.microsoft.com/office/drawing/2014/main" id="{A2FAC956-08FD-78F7-244F-450B9C9A407D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2" name="Полилиния: фигура 21">
                <a:extLst>
                  <a:ext uri="{FF2B5EF4-FFF2-40B4-BE49-F238E27FC236}">
                    <a16:creationId xmlns:a16="http://schemas.microsoft.com/office/drawing/2014/main" id="{EE8B3BD1-4195-555E-5DF2-05B4811E8C43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>
                <a:extLst>
                  <a:ext uri="{FF2B5EF4-FFF2-40B4-BE49-F238E27FC236}">
                    <a16:creationId xmlns:a16="http://schemas.microsoft.com/office/drawing/2014/main" id="{4C9407CE-B8D9-1658-23D6-527EB9CA5782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Рисунок 56">
              <a:extLst>
                <a:ext uri="{FF2B5EF4-FFF2-40B4-BE49-F238E27FC236}">
                  <a16:creationId xmlns:a16="http://schemas.microsoft.com/office/drawing/2014/main" id="{B4C725A1-7B76-C7AF-DAFD-F56B411D9D7C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0" name="Полилиния: фигура 19">
                <a:extLst>
                  <a:ext uri="{FF2B5EF4-FFF2-40B4-BE49-F238E27FC236}">
                    <a16:creationId xmlns:a16="http://schemas.microsoft.com/office/drawing/2014/main" id="{06F934ED-3E65-9D2B-659E-046F1F74D021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>
                <a:extLst>
                  <a:ext uri="{FF2B5EF4-FFF2-40B4-BE49-F238E27FC236}">
                    <a16:creationId xmlns:a16="http://schemas.microsoft.com/office/drawing/2014/main" id="{F1A90D15-0F82-DE6C-E235-9AA393D63D6E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Рисунок 56">
              <a:extLst>
                <a:ext uri="{FF2B5EF4-FFF2-40B4-BE49-F238E27FC236}">
                  <a16:creationId xmlns:a16="http://schemas.microsoft.com/office/drawing/2014/main" id="{9CA0F461-83E7-3688-5562-93870670B7E1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18" name="Полилиния: фигура 17">
                <a:extLst>
                  <a:ext uri="{FF2B5EF4-FFF2-40B4-BE49-F238E27FC236}">
                    <a16:creationId xmlns:a16="http://schemas.microsoft.com/office/drawing/2014/main" id="{71654210-FE70-3EB8-6DF1-92C7D56FB768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>
                <a:extLst>
                  <a:ext uri="{FF2B5EF4-FFF2-40B4-BE49-F238E27FC236}">
                    <a16:creationId xmlns:a16="http://schemas.microsoft.com/office/drawing/2014/main" id="{56A408DB-2BE5-A112-9705-6F9D50078ECD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A15D4BF5-3277-1E06-08AB-64D4CC91D5D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7662" y="2362486"/>
            <a:ext cx="1798636" cy="3946240"/>
          </a:xfrm>
          <a:prstGeom prst="rect">
            <a:avLst/>
          </a:prstGeom>
          <a:ln>
            <a:noFill/>
          </a:ln>
        </p:spPr>
        <p:txBody>
          <a:bodyPr lIns="0" tIns="0" rIns="0" bIns="0">
            <a:noAutofit/>
          </a:bodyPr>
          <a:lstStyle>
            <a:lvl1pPr marL="0" marR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None/>
              <a:tabLst/>
              <a:defRPr lang="ru-RU" sz="1200" kern="1200" dirty="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144000" indent="-144000">
              <a:buClr>
                <a:schemeClr val="accent5"/>
              </a:buClr>
              <a:buFont typeface="Wingdings" panose="05000000000000000000" pitchFamily="2" charset="2"/>
              <a:buChar char="§"/>
              <a:defRPr>
                <a:solidFill>
                  <a:schemeClr val="tx2"/>
                </a:solidFill>
              </a:defRPr>
            </a:lvl2pPr>
            <a:lvl3pPr>
              <a:buClr>
                <a:schemeClr val="accent5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accent5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accent5"/>
              </a:buCl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 dirty="0"/>
              <a:t>В данное поле необходимо добавить текст.</a:t>
            </a:r>
          </a:p>
        </p:txBody>
      </p:sp>
      <p:sp>
        <p:nvSpPr>
          <p:cNvPr id="43" name="Текст 42">
            <a:extLst>
              <a:ext uri="{FF2B5EF4-FFF2-40B4-BE49-F238E27FC236}">
                <a16:creationId xmlns:a16="http://schemas.microsoft.com/office/drawing/2014/main" id="{22CB83DB-F4CD-FCF4-4035-DEE6B61CD81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7662" y="1268413"/>
            <a:ext cx="1798636" cy="573087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>
                <a:solidFill>
                  <a:schemeClr val="accent5"/>
                </a:solidFill>
                <a:latin typeface="Arial" panose="020B0604020202020204" pitchFamily="34" charset="0"/>
              </a:defRPr>
            </a:lvl1pPr>
            <a:lvl2pPr>
              <a:defRPr sz="1600" b="1">
                <a:solidFill>
                  <a:schemeClr val="accent5"/>
                </a:solidFill>
              </a:defRPr>
            </a:lvl2pPr>
            <a:lvl3pPr>
              <a:defRPr sz="1600" b="1">
                <a:solidFill>
                  <a:schemeClr val="accent5"/>
                </a:solidFill>
              </a:defRPr>
            </a:lvl3pPr>
            <a:lvl4pPr>
              <a:defRPr sz="1600" b="1">
                <a:solidFill>
                  <a:schemeClr val="accent5"/>
                </a:solidFill>
              </a:defRPr>
            </a:lvl4pPr>
            <a:lvl5pPr>
              <a:defRPr sz="1600" b="1">
                <a:solidFill>
                  <a:schemeClr val="accent5"/>
                </a:solidFill>
              </a:defRPr>
            </a:lvl5pPr>
          </a:lstStyle>
          <a:p>
            <a:pPr lvl="0"/>
            <a:r>
              <a:rPr lang="ru-RU" dirty="0"/>
              <a:t>Заголовок может быть набран в три или четыре строки (14 </a:t>
            </a:r>
            <a:r>
              <a:rPr lang="ru-RU" dirty="0" err="1"/>
              <a:t>pt</a:t>
            </a:r>
            <a:r>
              <a:rPr lang="ru-R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722808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азовый слайд с диаграмм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86252365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0" name="Слайд think-cell" r:id="rId5" imgW="383" imgH="384" progId="TCLayout.ActiveDocument.1">
                  <p:embed/>
                </p:oleObj>
              </mc:Choice>
              <mc:Fallback>
                <p:oleObj name="Слайд think-cell" r:id="rId5" imgW="383" imgH="384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503030702020504" pitchFamily="34" charset="0"/>
            </a:endParaRPr>
          </a:p>
        </p:txBody>
      </p:sp>
      <p:sp>
        <p:nvSpPr>
          <p:cNvPr id="1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47662" y="908725"/>
            <a:ext cx="10398685" cy="21544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 dirty="0">
                <a:solidFill>
                  <a:schemeClr val="accent6"/>
                </a:solidFill>
                <a:latin typeface="Arial" panose="020B0604020202020204" pitchFamily="34" charset="0"/>
              </a:defRPr>
            </a:lvl1pPr>
            <a:lvl2pPr marL="457224" indent="0" algn="ctr">
              <a:buNone/>
              <a:defRPr sz="2000"/>
            </a:lvl2pPr>
            <a:lvl3pPr marL="914446" indent="0" algn="ctr">
              <a:buNone/>
              <a:defRPr sz="1801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pPr lvl="0" defTabSz="914400"/>
            <a:r>
              <a:rPr lang="ru-RU" dirty="0"/>
              <a:t>Подзаголовок</a:t>
            </a:r>
            <a:r>
              <a:rPr lang="en-US" dirty="0"/>
              <a:t> (14 pt )</a:t>
            </a:r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3F3ED5B-DA7C-4766-98AC-902F744E6F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662" y="57633"/>
            <a:ext cx="10398685" cy="738664"/>
          </a:xfrm>
        </p:spPr>
        <p:txBody>
          <a:bodyPr vert="horz"/>
          <a:lstStyle>
            <a:lvl1pPr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chemeClr val="accent5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ru-RU" dirty="0"/>
              <a:t>Заголовок может быть набран </a:t>
            </a:r>
            <a:br>
              <a:rPr lang="ru-RU" dirty="0"/>
            </a:br>
            <a:r>
              <a:rPr lang="ru-RU" dirty="0"/>
              <a:t>в одну или две строки (24 </a:t>
            </a:r>
            <a:r>
              <a:rPr lang="en-US" dirty="0"/>
              <a:t>pt) </a:t>
            </a:r>
            <a:endParaRPr lang="ru-RU" dirty="0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5EF05320-B1AF-31D5-71BA-423AC0DFE55C}"/>
              </a:ext>
            </a:extLst>
          </p:cNvPr>
          <p:cNvSpPr/>
          <p:nvPr userDrawn="1"/>
        </p:nvSpPr>
        <p:spPr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423E46-B7A0-4744-B3E1-320992BDBEC7}" type="slidenum">
              <a:rPr kumimoji="0" lang="ru-RU" sz="1000" b="0" i="0" u="none" strike="noStrike" kern="1200" cap="none" spc="0" normalizeH="0" baseline="0" noProof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E0F17F82-0058-D7C0-A101-CD80A644AB71}"/>
              </a:ext>
            </a:extLst>
          </p:cNvPr>
          <p:cNvCxnSpPr>
            <a:cxnSpLocks/>
          </p:cNvCxnSpPr>
          <p:nvPr userDrawn="1"/>
        </p:nvCxnSpPr>
        <p:spPr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7D7B313A-88B8-A61C-4F29-7D43114C4231}"/>
              </a:ext>
            </a:extLst>
          </p:cNvPr>
          <p:cNvGrpSpPr/>
          <p:nvPr userDrawn="1"/>
        </p:nvGrpSpPr>
        <p:grpSpPr>
          <a:xfrm>
            <a:off x="11113862" y="171149"/>
            <a:ext cx="743176" cy="521001"/>
            <a:chOff x="4091278" y="2349598"/>
            <a:chExt cx="3638550" cy="2550794"/>
          </a:xfrm>
          <a:solidFill>
            <a:srgbClr val="365CA7"/>
          </a:solidFill>
        </p:grpSpPr>
        <p:sp>
          <p:nvSpPr>
            <p:cNvPr id="6" name="Полилиния: фигура 5">
              <a:extLst>
                <a:ext uri="{FF2B5EF4-FFF2-40B4-BE49-F238E27FC236}">
                  <a16:creationId xmlns:a16="http://schemas.microsoft.com/office/drawing/2014/main" id="{1DACADF0-0939-1B87-077C-5A34D2F4B857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>
              <a:extLst>
                <a:ext uri="{FF2B5EF4-FFF2-40B4-BE49-F238E27FC236}">
                  <a16:creationId xmlns:a16="http://schemas.microsoft.com/office/drawing/2014/main" id="{7519E1CD-9C37-7A7C-EEAD-092DB924E6D7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0" name="Рисунок 56">
              <a:extLst>
                <a:ext uri="{FF2B5EF4-FFF2-40B4-BE49-F238E27FC236}">
                  <a16:creationId xmlns:a16="http://schemas.microsoft.com/office/drawing/2014/main" id="{7E8ED138-AD2E-F079-75D6-EA1210EB50EA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8" name="Полилиния: фигура 27">
                <a:extLst>
                  <a:ext uri="{FF2B5EF4-FFF2-40B4-BE49-F238E27FC236}">
                    <a16:creationId xmlns:a16="http://schemas.microsoft.com/office/drawing/2014/main" id="{61871B15-0202-A6C0-1E3F-A81694FFF07F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>
                <a:extLst>
                  <a:ext uri="{FF2B5EF4-FFF2-40B4-BE49-F238E27FC236}">
                    <a16:creationId xmlns:a16="http://schemas.microsoft.com/office/drawing/2014/main" id="{9CA9B1CC-3FA7-5527-296A-D4527FCC27D2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Рисунок 56">
              <a:extLst>
                <a:ext uri="{FF2B5EF4-FFF2-40B4-BE49-F238E27FC236}">
                  <a16:creationId xmlns:a16="http://schemas.microsoft.com/office/drawing/2014/main" id="{C125FED9-E576-E9BB-E4E8-99EF20082B71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6" name="Полилиния: фигура 25">
                <a:extLst>
                  <a:ext uri="{FF2B5EF4-FFF2-40B4-BE49-F238E27FC236}">
                    <a16:creationId xmlns:a16="http://schemas.microsoft.com/office/drawing/2014/main" id="{1AC10B5C-A85E-AB93-0C9D-8C25E979DE06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>
                <a:extLst>
                  <a:ext uri="{FF2B5EF4-FFF2-40B4-BE49-F238E27FC236}">
                    <a16:creationId xmlns:a16="http://schemas.microsoft.com/office/drawing/2014/main" id="{7EBB5580-A62F-5E59-D69D-F586D0A510ED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2" name="Полилиния: фигура 11">
              <a:extLst>
                <a:ext uri="{FF2B5EF4-FFF2-40B4-BE49-F238E27FC236}">
                  <a16:creationId xmlns:a16="http://schemas.microsoft.com/office/drawing/2014/main" id="{76A17F40-117E-7C58-781A-C14244E75F7A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4" name="Рисунок 56">
              <a:extLst>
                <a:ext uri="{FF2B5EF4-FFF2-40B4-BE49-F238E27FC236}">
                  <a16:creationId xmlns:a16="http://schemas.microsoft.com/office/drawing/2014/main" id="{A948B37B-E5F2-F4B5-4F24-A7302BB3E631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4" name="Полилиния: фигура 23">
                <a:extLst>
                  <a:ext uri="{FF2B5EF4-FFF2-40B4-BE49-F238E27FC236}">
                    <a16:creationId xmlns:a16="http://schemas.microsoft.com/office/drawing/2014/main" id="{33336356-F26D-0616-AE07-C6472B7074AA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>
                <a:extLst>
                  <a:ext uri="{FF2B5EF4-FFF2-40B4-BE49-F238E27FC236}">
                    <a16:creationId xmlns:a16="http://schemas.microsoft.com/office/drawing/2014/main" id="{6991E8EB-E13F-AE58-4002-3287FD2DB95C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>
              <a:extLst>
                <a:ext uri="{FF2B5EF4-FFF2-40B4-BE49-F238E27FC236}">
                  <a16:creationId xmlns:a16="http://schemas.microsoft.com/office/drawing/2014/main" id="{A2FAC956-08FD-78F7-244F-450B9C9A407D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2" name="Полилиния: фигура 21">
                <a:extLst>
                  <a:ext uri="{FF2B5EF4-FFF2-40B4-BE49-F238E27FC236}">
                    <a16:creationId xmlns:a16="http://schemas.microsoft.com/office/drawing/2014/main" id="{EE8B3BD1-4195-555E-5DF2-05B4811E8C43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>
                <a:extLst>
                  <a:ext uri="{FF2B5EF4-FFF2-40B4-BE49-F238E27FC236}">
                    <a16:creationId xmlns:a16="http://schemas.microsoft.com/office/drawing/2014/main" id="{4C9407CE-B8D9-1658-23D6-527EB9CA5782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Рисунок 56">
              <a:extLst>
                <a:ext uri="{FF2B5EF4-FFF2-40B4-BE49-F238E27FC236}">
                  <a16:creationId xmlns:a16="http://schemas.microsoft.com/office/drawing/2014/main" id="{B4C725A1-7B76-C7AF-DAFD-F56B411D9D7C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0" name="Полилиния: фигура 19">
                <a:extLst>
                  <a:ext uri="{FF2B5EF4-FFF2-40B4-BE49-F238E27FC236}">
                    <a16:creationId xmlns:a16="http://schemas.microsoft.com/office/drawing/2014/main" id="{06F934ED-3E65-9D2B-659E-046F1F74D021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>
                <a:extLst>
                  <a:ext uri="{FF2B5EF4-FFF2-40B4-BE49-F238E27FC236}">
                    <a16:creationId xmlns:a16="http://schemas.microsoft.com/office/drawing/2014/main" id="{F1A90D15-0F82-DE6C-E235-9AA393D63D6E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Рисунок 56">
              <a:extLst>
                <a:ext uri="{FF2B5EF4-FFF2-40B4-BE49-F238E27FC236}">
                  <a16:creationId xmlns:a16="http://schemas.microsoft.com/office/drawing/2014/main" id="{9CA0F461-83E7-3688-5562-93870670B7E1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18" name="Полилиния: фигура 17">
                <a:extLst>
                  <a:ext uri="{FF2B5EF4-FFF2-40B4-BE49-F238E27FC236}">
                    <a16:creationId xmlns:a16="http://schemas.microsoft.com/office/drawing/2014/main" id="{71654210-FE70-3EB8-6DF1-92C7D56FB768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>
                <a:extLst>
                  <a:ext uri="{FF2B5EF4-FFF2-40B4-BE49-F238E27FC236}">
                    <a16:creationId xmlns:a16="http://schemas.microsoft.com/office/drawing/2014/main" id="{56A408DB-2BE5-A112-9705-6F9D50078ECD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43" name="Текст 42">
            <a:extLst>
              <a:ext uri="{FF2B5EF4-FFF2-40B4-BE49-F238E27FC236}">
                <a16:creationId xmlns:a16="http://schemas.microsoft.com/office/drawing/2014/main" id="{22CB83DB-F4CD-FCF4-4035-DEE6B61CD81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0062" y="1334591"/>
            <a:ext cx="3297236" cy="573087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>
                <a:solidFill>
                  <a:schemeClr val="accent5"/>
                </a:solidFill>
                <a:latin typeface="Arial" panose="020B0604020202020204" pitchFamily="34" charset="0"/>
              </a:defRPr>
            </a:lvl1pPr>
            <a:lvl2pPr>
              <a:defRPr sz="1600" b="1">
                <a:solidFill>
                  <a:schemeClr val="accent5"/>
                </a:solidFill>
              </a:defRPr>
            </a:lvl2pPr>
            <a:lvl3pPr>
              <a:defRPr sz="1600" b="1">
                <a:solidFill>
                  <a:schemeClr val="accent5"/>
                </a:solidFill>
              </a:defRPr>
            </a:lvl3pPr>
            <a:lvl4pPr>
              <a:defRPr sz="1600" b="1">
                <a:solidFill>
                  <a:schemeClr val="accent5"/>
                </a:solidFill>
              </a:defRPr>
            </a:lvl4pPr>
            <a:lvl5pPr>
              <a:defRPr sz="1600" b="1">
                <a:solidFill>
                  <a:schemeClr val="accent5"/>
                </a:solidFill>
              </a:defRPr>
            </a:lvl5pPr>
          </a:lstStyle>
          <a:p>
            <a:pPr lvl="0"/>
            <a:r>
              <a:rPr lang="ru-RU" dirty="0"/>
              <a:t>Заголовок может быть набран</a:t>
            </a:r>
            <a:br>
              <a:rPr lang="ru-RU" dirty="0"/>
            </a:br>
            <a:r>
              <a:rPr lang="ru-RU" dirty="0"/>
              <a:t>в две или три строки (14 </a:t>
            </a:r>
            <a:r>
              <a:rPr lang="ru-RU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33" name="Диаграмма 32">
            <a:extLst>
              <a:ext uri="{FF2B5EF4-FFF2-40B4-BE49-F238E27FC236}">
                <a16:creationId xmlns:a16="http://schemas.microsoft.com/office/drawing/2014/main" id="{3193D7FF-F936-1513-611D-92D0000E559B}"/>
              </a:ext>
            </a:extLst>
          </p:cNvPr>
          <p:cNvSpPr>
            <a:spLocks noGrp="1"/>
          </p:cNvSpPr>
          <p:nvPr>
            <p:ph type="chart" sz="quarter" idx="20"/>
          </p:nvPr>
        </p:nvSpPr>
        <p:spPr>
          <a:xfrm>
            <a:off x="487364" y="2171699"/>
            <a:ext cx="3297236" cy="4000501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42" name="Текст 42">
            <a:extLst>
              <a:ext uri="{FF2B5EF4-FFF2-40B4-BE49-F238E27FC236}">
                <a16:creationId xmlns:a16="http://schemas.microsoft.com/office/drawing/2014/main" id="{7C7995B2-4158-D9C5-5EBA-490974A8F71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62459" y="1334591"/>
            <a:ext cx="3322640" cy="573087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>
                <a:solidFill>
                  <a:schemeClr val="accent5"/>
                </a:solidFill>
                <a:latin typeface="Arial" panose="020B0604020202020204" pitchFamily="34" charset="0"/>
              </a:defRPr>
            </a:lvl1pPr>
            <a:lvl2pPr>
              <a:defRPr sz="1600" b="1">
                <a:solidFill>
                  <a:schemeClr val="accent5"/>
                </a:solidFill>
              </a:defRPr>
            </a:lvl2pPr>
            <a:lvl3pPr>
              <a:defRPr sz="1600" b="1">
                <a:solidFill>
                  <a:schemeClr val="accent5"/>
                </a:solidFill>
              </a:defRPr>
            </a:lvl3pPr>
            <a:lvl4pPr>
              <a:defRPr sz="1600" b="1">
                <a:solidFill>
                  <a:schemeClr val="accent5"/>
                </a:solidFill>
              </a:defRPr>
            </a:lvl4pPr>
            <a:lvl5pPr>
              <a:defRPr sz="1600" b="1">
                <a:solidFill>
                  <a:schemeClr val="accent5"/>
                </a:solidFill>
              </a:defRPr>
            </a:lvl5pPr>
          </a:lstStyle>
          <a:p>
            <a:pPr lvl="0"/>
            <a:r>
              <a:rPr lang="ru-RU" dirty="0"/>
              <a:t>Заголовок может быть набран</a:t>
            </a:r>
            <a:br>
              <a:rPr lang="ru-RU" dirty="0"/>
            </a:br>
            <a:r>
              <a:rPr lang="ru-RU" dirty="0"/>
              <a:t>в две или три строки (14 </a:t>
            </a:r>
            <a:r>
              <a:rPr lang="ru-RU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44" name="Диаграмма 32">
            <a:extLst>
              <a:ext uri="{FF2B5EF4-FFF2-40B4-BE49-F238E27FC236}">
                <a16:creationId xmlns:a16="http://schemas.microsoft.com/office/drawing/2014/main" id="{454AFEB0-C523-E0AC-19B8-8F2C4B3F54C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4449761" y="2171699"/>
            <a:ext cx="3322640" cy="4000501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45" name="Текст 42">
            <a:extLst>
              <a:ext uri="{FF2B5EF4-FFF2-40B4-BE49-F238E27FC236}">
                <a16:creationId xmlns:a16="http://schemas.microsoft.com/office/drawing/2014/main" id="{8266E8BD-A19C-75D1-14C7-3CFD7362847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412159" y="1334591"/>
            <a:ext cx="3348042" cy="573087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>
                <a:solidFill>
                  <a:schemeClr val="accent5"/>
                </a:solidFill>
                <a:latin typeface="Arial" panose="020B0604020202020204" pitchFamily="34" charset="0"/>
              </a:defRPr>
            </a:lvl1pPr>
            <a:lvl2pPr>
              <a:defRPr sz="1600" b="1">
                <a:solidFill>
                  <a:schemeClr val="accent5"/>
                </a:solidFill>
              </a:defRPr>
            </a:lvl2pPr>
            <a:lvl3pPr>
              <a:defRPr sz="1600" b="1">
                <a:solidFill>
                  <a:schemeClr val="accent5"/>
                </a:solidFill>
              </a:defRPr>
            </a:lvl3pPr>
            <a:lvl4pPr>
              <a:defRPr sz="1600" b="1">
                <a:solidFill>
                  <a:schemeClr val="accent5"/>
                </a:solidFill>
              </a:defRPr>
            </a:lvl4pPr>
            <a:lvl5pPr>
              <a:defRPr sz="1600" b="1">
                <a:solidFill>
                  <a:schemeClr val="accent5"/>
                </a:solidFill>
              </a:defRPr>
            </a:lvl5pPr>
          </a:lstStyle>
          <a:p>
            <a:pPr lvl="0"/>
            <a:r>
              <a:rPr lang="ru-RU" dirty="0"/>
              <a:t>Заголовок может быть набран</a:t>
            </a:r>
            <a:br>
              <a:rPr lang="ru-RU" dirty="0"/>
            </a:br>
            <a:r>
              <a:rPr lang="ru-RU" dirty="0"/>
              <a:t>в две или три строки (14 </a:t>
            </a:r>
            <a:r>
              <a:rPr lang="ru-RU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46" name="Диаграмма 32">
            <a:extLst>
              <a:ext uri="{FF2B5EF4-FFF2-40B4-BE49-F238E27FC236}">
                <a16:creationId xmlns:a16="http://schemas.microsoft.com/office/drawing/2014/main" id="{1E973EA5-C3F0-C6AE-0E37-91D788932574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8399461" y="2171699"/>
            <a:ext cx="3348042" cy="4000501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387452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Базовый слайд с под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86252365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4" name="Слайд think-cell" r:id="rId5" imgW="383" imgH="384" progId="TCLayout.ActiveDocument.1">
                  <p:embed/>
                </p:oleObj>
              </mc:Choice>
              <mc:Fallback>
                <p:oleObj name="Слайд think-cell" r:id="rId5" imgW="383" imgH="384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503030702020504" pitchFamily="34" charset="0"/>
            </a:endParaRPr>
          </a:p>
        </p:txBody>
      </p:sp>
      <p:sp>
        <p:nvSpPr>
          <p:cNvPr id="1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36000" y="908725"/>
            <a:ext cx="10130208" cy="21544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 dirty="0">
                <a:solidFill>
                  <a:schemeClr val="accent6"/>
                </a:solidFill>
                <a:latin typeface="Arial" panose="020B0604020202020204" pitchFamily="34" charset="0"/>
              </a:defRPr>
            </a:lvl1pPr>
            <a:lvl2pPr marL="457224" indent="0" algn="ctr">
              <a:buNone/>
              <a:defRPr sz="2000"/>
            </a:lvl2pPr>
            <a:lvl3pPr marL="914446" indent="0" algn="ctr">
              <a:buNone/>
              <a:defRPr sz="1801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pPr lvl="0" defTabSz="914400"/>
            <a:r>
              <a:rPr lang="ru-RU" dirty="0"/>
              <a:t>Подзаголовок</a:t>
            </a:r>
            <a:r>
              <a:rPr lang="en-US" dirty="0"/>
              <a:t> (14 pt )</a:t>
            </a:r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3F3ED5B-DA7C-4766-98AC-902F744E6F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9549"/>
            <a:ext cx="10130208" cy="738664"/>
          </a:xfrm>
        </p:spPr>
        <p:txBody>
          <a:bodyPr vert="horz" tIns="0">
            <a:noAutofit/>
          </a:bodyPr>
          <a:lstStyle>
            <a:lvl1pPr>
              <a:defRPr b="1"/>
            </a:lvl1pPr>
          </a:lstStyle>
          <a:p>
            <a:r>
              <a:rPr lang="ru-RU" dirty="0"/>
              <a:t>Заголовок может быть набран </a:t>
            </a:r>
            <a:br>
              <a:rPr lang="ru-RU" dirty="0"/>
            </a:br>
            <a:r>
              <a:rPr lang="ru-RU" dirty="0"/>
              <a:t>в одну или две строки (24 </a:t>
            </a:r>
            <a:r>
              <a:rPr lang="en-US" dirty="0"/>
              <a:t>pt) </a:t>
            </a:r>
            <a:endParaRPr lang="ru-RU" dirty="0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5EF05320-B1AF-31D5-71BA-423AC0DFE55C}"/>
              </a:ext>
            </a:extLst>
          </p:cNvPr>
          <p:cNvSpPr/>
          <p:nvPr userDrawn="1"/>
        </p:nvSpPr>
        <p:spPr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423E46-B7A0-4744-B3E1-320992BDBEC7}" type="slidenum">
              <a:rPr kumimoji="0" lang="ru-RU" sz="1000" b="0" i="0" u="none" strike="noStrike" kern="1200" cap="none" spc="0" normalizeH="0" baseline="0" noProof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E0F17F82-0058-D7C0-A101-CD80A644AB71}"/>
              </a:ext>
            </a:extLst>
          </p:cNvPr>
          <p:cNvCxnSpPr>
            <a:cxnSpLocks/>
          </p:cNvCxnSpPr>
          <p:nvPr userDrawn="1"/>
        </p:nvCxnSpPr>
        <p:spPr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F8CEC27A-EEA0-74F3-23B3-E404CDDEE8BF}"/>
              </a:ext>
            </a:extLst>
          </p:cNvPr>
          <p:cNvGrpSpPr/>
          <p:nvPr userDrawn="1"/>
        </p:nvGrpSpPr>
        <p:grpSpPr>
          <a:xfrm>
            <a:off x="11113862" y="171149"/>
            <a:ext cx="743176" cy="521001"/>
            <a:chOff x="4091278" y="2349598"/>
            <a:chExt cx="3638550" cy="2550794"/>
          </a:xfrm>
          <a:solidFill>
            <a:srgbClr val="365CA7"/>
          </a:solidFill>
        </p:grpSpPr>
        <p:sp>
          <p:nvSpPr>
            <p:cNvPr id="6" name="Полилиния: фигура 5">
              <a:extLst>
                <a:ext uri="{FF2B5EF4-FFF2-40B4-BE49-F238E27FC236}">
                  <a16:creationId xmlns:a16="http://schemas.microsoft.com/office/drawing/2014/main" id="{9F546DF0-EDA6-05A6-95BD-D8D7F2DDC7AE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>
              <a:extLst>
                <a:ext uri="{FF2B5EF4-FFF2-40B4-BE49-F238E27FC236}">
                  <a16:creationId xmlns:a16="http://schemas.microsoft.com/office/drawing/2014/main" id="{49EDD336-8378-E8CD-49EA-E3DB8DCA413A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0" name="Рисунок 56">
              <a:extLst>
                <a:ext uri="{FF2B5EF4-FFF2-40B4-BE49-F238E27FC236}">
                  <a16:creationId xmlns:a16="http://schemas.microsoft.com/office/drawing/2014/main" id="{F77ABE57-59E9-4ECE-EFDA-D7D45955B0F2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8" name="Полилиния: фигура 27">
                <a:extLst>
                  <a:ext uri="{FF2B5EF4-FFF2-40B4-BE49-F238E27FC236}">
                    <a16:creationId xmlns:a16="http://schemas.microsoft.com/office/drawing/2014/main" id="{C8BD4189-914F-279F-3C8C-B61A0FE04619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>
                <a:extLst>
                  <a:ext uri="{FF2B5EF4-FFF2-40B4-BE49-F238E27FC236}">
                    <a16:creationId xmlns:a16="http://schemas.microsoft.com/office/drawing/2014/main" id="{93C3FF6E-3A63-D808-387C-4130E2EC5E12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Рисунок 56">
              <a:extLst>
                <a:ext uri="{FF2B5EF4-FFF2-40B4-BE49-F238E27FC236}">
                  <a16:creationId xmlns:a16="http://schemas.microsoft.com/office/drawing/2014/main" id="{568416AB-42B1-23AA-100D-B16B9FF74681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6" name="Полилиния: фигура 25">
                <a:extLst>
                  <a:ext uri="{FF2B5EF4-FFF2-40B4-BE49-F238E27FC236}">
                    <a16:creationId xmlns:a16="http://schemas.microsoft.com/office/drawing/2014/main" id="{C8FAA632-A5BF-9BA4-6953-D236BB03012A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>
                <a:extLst>
                  <a:ext uri="{FF2B5EF4-FFF2-40B4-BE49-F238E27FC236}">
                    <a16:creationId xmlns:a16="http://schemas.microsoft.com/office/drawing/2014/main" id="{840CBAEA-1AB8-0F95-C9F1-EBA55C3DD67D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2" name="Полилиния: фигура 11">
              <a:extLst>
                <a:ext uri="{FF2B5EF4-FFF2-40B4-BE49-F238E27FC236}">
                  <a16:creationId xmlns:a16="http://schemas.microsoft.com/office/drawing/2014/main" id="{C1DE90E1-0C7B-2889-A70D-E8516FDC1DB4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4" name="Рисунок 56">
              <a:extLst>
                <a:ext uri="{FF2B5EF4-FFF2-40B4-BE49-F238E27FC236}">
                  <a16:creationId xmlns:a16="http://schemas.microsoft.com/office/drawing/2014/main" id="{BA189F46-2001-F898-0C9F-902955DADEBF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4" name="Полилиния: фигура 23">
                <a:extLst>
                  <a:ext uri="{FF2B5EF4-FFF2-40B4-BE49-F238E27FC236}">
                    <a16:creationId xmlns:a16="http://schemas.microsoft.com/office/drawing/2014/main" id="{361081FB-6127-D9AB-F33F-B6CE6163C5D4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>
                <a:extLst>
                  <a:ext uri="{FF2B5EF4-FFF2-40B4-BE49-F238E27FC236}">
                    <a16:creationId xmlns:a16="http://schemas.microsoft.com/office/drawing/2014/main" id="{60E56207-0C82-5E68-66EF-061AD41A97D7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>
              <a:extLst>
                <a:ext uri="{FF2B5EF4-FFF2-40B4-BE49-F238E27FC236}">
                  <a16:creationId xmlns:a16="http://schemas.microsoft.com/office/drawing/2014/main" id="{8AD7DBF2-4573-470A-2705-84057912C9DA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2" name="Полилиния: фигура 21">
                <a:extLst>
                  <a:ext uri="{FF2B5EF4-FFF2-40B4-BE49-F238E27FC236}">
                    <a16:creationId xmlns:a16="http://schemas.microsoft.com/office/drawing/2014/main" id="{2B968E0A-071C-AA16-53A1-5F1FB2F2D309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>
                <a:extLst>
                  <a:ext uri="{FF2B5EF4-FFF2-40B4-BE49-F238E27FC236}">
                    <a16:creationId xmlns:a16="http://schemas.microsoft.com/office/drawing/2014/main" id="{A89517BF-06CE-8DAD-8218-4B2311DB5067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Рисунок 56">
              <a:extLst>
                <a:ext uri="{FF2B5EF4-FFF2-40B4-BE49-F238E27FC236}">
                  <a16:creationId xmlns:a16="http://schemas.microsoft.com/office/drawing/2014/main" id="{D6AFB0E0-F5E7-9579-D5C2-37584750B813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0" name="Полилиния: фигура 19">
                <a:extLst>
                  <a:ext uri="{FF2B5EF4-FFF2-40B4-BE49-F238E27FC236}">
                    <a16:creationId xmlns:a16="http://schemas.microsoft.com/office/drawing/2014/main" id="{C5E015F1-E143-5885-6FE9-E59F78239EA2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>
                <a:extLst>
                  <a:ext uri="{FF2B5EF4-FFF2-40B4-BE49-F238E27FC236}">
                    <a16:creationId xmlns:a16="http://schemas.microsoft.com/office/drawing/2014/main" id="{D70DC295-C7F9-9A4B-4295-CFF841573522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Рисунок 56">
              <a:extLst>
                <a:ext uri="{FF2B5EF4-FFF2-40B4-BE49-F238E27FC236}">
                  <a16:creationId xmlns:a16="http://schemas.microsoft.com/office/drawing/2014/main" id="{EE27FDB9-E915-3F14-D915-8287D229241D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18" name="Полилиния: фигура 17">
                <a:extLst>
                  <a:ext uri="{FF2B5EF4-FFF2-40B4-BE49-F238E27FC236}">
                    <a16:creationId xmlns:a16="http://schemas.microsoft.com/office/drawing/2014/main" id="{3648C736-BB15-2976-5590-62A0F4A8465E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>
                <a:extLst>
                  <a:ext uri="{FF2B5EF4-FFF2-40B4-BE49-F238E27FC236}">
                    <a16:creationId xmlns:a16="http://schemas.microsoft.com/office/drawing/2014/main" id="{048E1BFE-0567-CAC9-0535-0244F2E94232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0988078F-A5F0-3104-464F-6C40B9AC63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756" y="1268724"/>
            <a:ext cx="11520488" cy="5040000"/>
          </a:xfrm>
          <a:prstGeom prst="rect">
            <a:avLst/>
          </a:prstGeom>
          <a:ln>
            <a:noFill/>
          </a:ln>
        </p:spPr>
        <p:txBody>
          <a:bodyPr lIns="0" tIns="0" rIns="0" bIns="0">
            <a:noAutofit/>
          </a:bodyPr>
          <a:lstStyle>
            <a:lvl1pPr>
              <a:defRPr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144000" indent="-144000">
              <a:buClr>
                <a:schemeClr val="accent5"/>
              </a:buClr>
              <a:buFont typeface="Wingdings" panose="05000000000000000000" pitchFamily="2" charset="2"/>
              <a:buChar char="§"/>
              <a:defRPr>
                <a:solidFill>
                  <a:schemeClr val="tx2"/>
                </a:solidFill>
              </a:defRPr>
            </a:lvl2pPr>
            <a:lvl3pPr>
              <a:buClr>
                <a:schemeClr val="accent5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accent5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accent5"/>
              </a:buCl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 dirty="0"/>
              <a:t>В данное поле необходимо добавить текст.</a:t>
            </a:r>
          </a:p>
        </p:txBody>
      </p:sp>
    </p:spTree>
    <p:extLst>
      <p:ext uri="{BB962C8B-B14F-4D97-AF65-F5344CB8AC3E}">
        <p14:creationId xmlns:p14="http://schemas.microsoft.com/office/powerpoint/2010/main" val="32703410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-резюм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800608147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8" name="Слайд think-cell" r:id="rId4" imgW="383" imgH="384" progId="TCLayout.ActiveDocument.1">
                  <p:embed/>
                </p:oleObj>
              </mc:Choice>
              <mc:Fallback>
                <p:oleObj name="Слайд think-cell" r:id="rId4" imgW="383" imgH="384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B9438074-C611-405F-9765-A715E1D9BDB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756" y="1268724"/>
            <a:ext cx="11520488" cy="5040000"/>
          </a:xfrm>
          <a:prstGeom prst="rect">
            <a:avLst/>
          </a:prstGeom>
          <a:ln>
            <a:noFill/>
          </a:ln>
        </p:spPr>
        <p:txBody>
          <a:bodyPr lIns="0" tIns="0" rIns="0" bIns="0">
            <a:noAutofit/>
          </a:bodyPr>
          <a:lstStyle>
            <a:lvl1pPr>
              <a:defRPr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144000" indent="-144000">
              <a:buClr>
                <a:schemeClr val="accent5"/>
              </a:buClr>
              <a:buFont typeface="Wingdings" panose="05000000000000000000" pitchFamily="2" charset="2"/>
              <a:buChar char="§"/>
              <a:defRPr>
                <a:solidFill>
                  <a:schemeClr val="tx2"/>
                </a:solidFill>
              </a:defRPr>
            </a:lvl2pPr>
            <a:lvl3pPr>
              <a:buClr>
                <a:schemeClr val="accent5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accent5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accent5"/>
              </a:buCl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 dirty="0"/>
              <a:t>В данное поле необходимо добавить текст.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4D24BF82-CB67-4FDB-8EB0-B1ED798666D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5999" y="908725"/>
            <a:ext cx="10356275" cy="21544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 dirty="0">
                <a:solidFill>
                  <a:schemeClr val="accent6"/>
                </a:solidFill>
                <a:latin typeface="Arial" panose="020B0604020202020204" pitchFamily="34" charset="0"/>
              </a:defRPr>
            </a:lvl1pPr>
            <a:lvl2pPr marL="457224" indent="0" algn="ctr">
              <a:buNone/>
              <a:defRPr sz="2000"/>
            </a:lvl2pPr>
            <a:lvl3pPr marL="914446" indent="0" algn="ctr">
              <a:buNone/>
              <a:defRPr sz="1801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pPr lvl="0" defTabSz="914400"/>
            <a:r>
              <a:rPr lang="ru-RU" dirty="0"/>
              <a:t>Подзаголовок</a:t>
            </a:r>
            <a:r>
              <a:rPr lang="en-US" dirty="0"/>
              <a:t> (14 pt )</a:t>
            </a:r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3F3ED5B-DA7C-4766-98AC-902F744E6F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999" y="62211"/>
            <a:ext cx="10356275" cy="738664"/>
          </a:xfrm>
        </p:spPr>
        <p:txBody>
          <a:bodyPr vert="horz"/>
          <a:lstStyle>
            <a:lvl1pPr>
              <a:defRPr/>
            </a:lvl1pPr>
          </a:lstStyle>
          <a:p>
            <a:r>
              <a:rPr lang="ru-RU" dirty="0"/>
              <a:t>Заголовок может быть набран </a:t>
            </a:r>
            <a:br>
              <a:rPr lang="ru-RU" dirty="0"/>
            </a:br>
            <a:r>
              <a:rPr lang="ru-RU" dirty="0"/>
              <a:t>в одну или две строки (24 </a:t>
            </a:r>
            <a:r>
              <a:rPr lang="en-US" dirty="0"/>
              <a:t>pt) </a:t>
            </a:r>
            <a:endParaRPr lang="ru-RU" dirty="0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FF4152DF-F7F9-4E67-334B-B3B846CB95AA}"/>
              </a:ext>
            </a:extLst>
          </p:cNvPr>
          <p:cNvSpPr/>
          <p:nvPr userDrawn="1"/>
        </p:nvSpPr>
        <p:spPr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423E46-B7A0-4744-B3E1-320992BDBEC7}" type="slidenum">
              <a:rPr kumimoji="0" lang="ru-RU" sz="1000" b="0" i="0" u="none" strike="noStrike" kern="1200" cap="none" spc="0" normalizeH="0" baseline="0" noProof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8B22661F-66FE-4E11-3CBE-FED084C1E6CA}"/>
              </a:ext>
            </a:extLst>
          </p:cNvPr>
          <p:cNvCxnSpPr>
            <a:cxnSpLocks/>
          </p:cNvCxnSpPr>
          <p:nvPr userDrawn="1"/>
        </p:nvCxnSpPr>
        <p:spPr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87A2C1BA-EC04-E5EF-AC26-3B86C40D308E}"/>
              </a:ext>
            </a:extLst>
          </p:cNvPr>
          <p:cNvGrpSpPr/>
          <p:nvPr userDrawn="1"/>
        </p:nvGrpSpPr>
        <p:grpSpPr>
          <a:xfrm>
            <a:off x="11113862" y="171149"/>
            <a:ext cx="743176" cy="521001"/>
            <a:chOff x="4091278" y="2349598"/>
            <a:chExt cx="3638550" cy="2550794"/>
          </a:xfrm>
          <a:solidFill>
            <a:srgbClr val="365CA7"/>
          </a:solidFill>
        </p:grpSpPr>
        <p:sp>
          <p:nvSpPr>
            <p:cNvPr id="5" name="Полилиния: фигура 4">
              <a:extLst>
                <a:ext uri="{FF2B5EF4-FFF2-40B4-BE49-F238E27FC236}">
                  <a16:creationId xmlns:a16="http://schemas.microsoft.com/office/drawing/2014/main" id="{70B0A5C3-FB4B-F9E6-16F5-9C9294BBBE18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>
              <a:extLst>
                <a:ext uri="{FF2B5EF4-FFF2-40B4-BE49-F238E27FC236}">
                  <a16:creationId xmlns:a16="http://schemas.microsoft.com/office/drawing/2014/main" id="{559D51AE-A6F4-7648-728B-5AC155931ADB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8" name="Рисунок 56">
              <a:extLst>
                <a:ext uri="{FF2B5EF4-FFF2-40B4-BE49-F238E27FC236}">
                  <a16:creationId xmlns:a16="http://schemas.microsoft.com/office/drawing/2014/main" id="{31B33E03-B236-FD4A-19F1-47E7C6ED8908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8" name="Полилиния: фигура 27">
                <a:extLst>
                  <a:ext uri="{FF2B5EF4-FFF2-40B4-BE49-F238E27FC236}">
                    <a16:creationId xmlns:a16="http://schemas.microsoft.com/office/drawing/2014/main" id="{8BCA047B-0363-DEC0-FC22-62080FDBC907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>
                <a:extLst>
                  <a:ext uri="{FF2B5EF4-FFF2-40B4-BE49-F238E27FC236}">
                    <a16:creationId xmlns:a16="http://schemas.microsoft.com/office/drawing/2014/main" id="{EC409C74-CCB7-0DFB-1D1C-67356BB6FD21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Рисунок 56">
              <a:extLst>
                <a:ext uri="{FF2B5EF4-FFF2-40B4-BE49-F238E27FC236}">
                  <a16:creationId xmlns:a16="http://schemas.microsoft.com/office/drawing/2014/main" id="{A8879918-6E49-CF6C-6FBE-F3A6F89E6B53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6" name="Полилиния: фигура 25">
                <a:extLst>
                  <a:ext uri="{FF2B5EF4-FFF2-40B4-BE49-F238E27FC236}">
                    <a16:creationId xmlns:a16="http://schemas.microsoft.com/office/drawing/2014/main" id="{EE919964-F81D-0245-F92B-8B6D734141A9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>
                <a:extLst>
                  <a:ext uri="{FF2B5EF4-FFF2-40B4-BE49-F238E27FC236}">
                    <a16:creationId xmlns:a16="http://schemas.microsoft.com/office/drawing/2014/main" id="{80377AE0-5D26-6C98-70E3-97A4A07A5DE7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2" name="Полилиния: фигура 11">
              <a:extLst>
                <a:ext uri="{FF2B5EF4-FFF2-40B4-BE49-F238E27FC236}">
                  <a16:creationId xmlns:a16="http://schemas.microsoft.com/office/drawing/2014/main" id="{19761D9C-307A-F526-761D-6D256EFDB501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3" name="Рисунок 56">
              <a:extLst>
                <a:ext uri="{FF2B5EF4-FFF2-40B4-BE49-F238E27FC236}">
                  <a16:creationId xmlns:a16="http://schemas.microsoft.com/office/drawing/2014/main" id="{3AF3A38C-F9BF-C464-96FB-5DCD6570E726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4" name="Полилиния: фигура 23">
                <a:extLst>
                  <a:ext uri="{FF2B5EF4-FFF2-40B4-BE49-F238E27FC236}">
                    <a16:creationId xmlns:a16="http://schemas.microsoft.com/office/drawing/2014/main" id="{0BF0D22A-FFBF-50AD-F327-4FE88B049FA6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>
                <a:extLst>
                  <a:ext uri="{FF2B5EF4-FFF2-40B4-BE49-F238E27FC236}">
                    <a16:creationId xmlns:a16="http://schemas.microsoft.com/office/drawing/2014/main" id="{3D5E6C60-CF32-09DD-41B6-8DF1A4A30F34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Рисунок 56">
              <a:extLst>
                <a:ext uri="{FF2B5EF4-FFF2-40B4-BE49-F238E27FC236}">
                  <a16:creationId xmlns:a16="http://schemas.microsoft.com/office/drawing/2014/main" id="{0BD67A90-CB83-0736-8A83-ADAC3EAB8DD8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1" name="Полилиния: фигура 20">
                <a:extLst>
                  <a:ext uri="{FF2B5EF4-FFF2-40B4-BE49-F238E27FC236}">
                    <a16:creationId xmlns:a16="http://schemas.microsoft.com/office/drawing/2014/main" id="{D8A65672-3C40-752E-CEA4-19105EE4A4CE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>
                <a:extLst>
                  <a:ext uri="{FF2B5EF4-FFF2-40B4-BE49-F238E27FC236}">
                    <a16:creationId xmlns:a16="http://schemas.microsoft.com/office/drawing/2014/main" id="{146DB99E-E2C1-72A5-E5F9-A86F0C01B47B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>
              <a:extLst>
                <a:ext uri="{FF2B5EF4-FFF2-40B4-BE49-F238E27FC236}">
                  <a16:creationId xmlns:a16="http://schemas.microsoft.com/office/drawing/2014/main" id="{2AC1144A-CF19-5B10-BA6E-8BF6B32C032E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19" name="Полилиния: фигура 18">
                <a:extLst>
                  <a:ext uri="{FF2B5EF4-FFF2-40B4-BE49-F238E27FC236}">
                    <a16:creationId xmlns:a16="http://schemas.microsoft.com/office/drawing/2014/main" id="{F1A6BD1D-FC27-14C3-6AC3-CBDC17DC0CEF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0" name="Полилиния: фигура 19">
                <a:extLst>
                  <a:ext uri="{FF2B5EF4-FFF2-40B4-BE49-F238E27FC236}">
                    <a16:creationId xmlns:a16="http://schemas.microsoft.com/office/drawing/2014/main" id="{EB6AC86F-6DE8-45ED-F40A-55071BD9D702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Рисунок 56">
              <a:extLst>
                <a:ext uri="{FF2B5EF4-FFF2-40B4-BE49-F238E27FC236}">
                  <a16:creationId xmlns:a16="http://schemas.microsoft.com/office/drawing/2014/main" id="{43E8C9ED-02EC-54CC-BF0D-E77C83826B36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17" name="Полилиния: фигура 16">
                <a:extLst>
                  <a:ext uri="{FF2B5EF4-FFF2-40B4-BE49-F238E27FC236}">
                    <a16:creationId xmlns:a16="http://schemas.microsoft.com/office/drawing/2014/main" id="{72E81DBA-E6D7-12B6-6323-E5D43EEBBFF8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8" name="Полилиния: фигура 17">
                <a:extLst>
                  <a:ext uri="{FF2B5EF4-FFF2-40B4-BE49-F238E27FC236}">
                    <a16:creationId xmlns:a16="http://schemas.microsoft.com/office/drawing/2014/main" id="{7BABD068-F9E2-A7FA-EE87-062307EA7E0D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388119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Обложка Фрязин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B792BC4-E3AF-1BF7-D84E-4CD12FDE83C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1081227">
            <a:off x="8502882" y="3391156"/>
            <a:ext cx="4641366" cy="4643944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2F1BB96-1318-75DA-6B46-52BEB6BBE77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6831815">
            <a:off x="1014341" y="849053"/>
            <a:ext cx="4090820" cy="4093092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4B8F661-5A91-0753-01DA-658F5E43C2AD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3065187" y="3055203"/>
            <a:ext cx="6848452" cy="738045"/>
          </a:xfrm>
          <a:prstGeom prst="rect">
            <a:avLst/>
          </a:prstGeom>
        </p:spPr>
      </p:pic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8553740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2" name="Слайд think-cell" r:id="rId7" imgW="383" imgH="384" progId="TCLayout.ActiveDocument.1">
                  <p:embed/>
                </p:oleObj>
              </mc:Choice>
              <mc:Fallback>
                <p:oleObj name="Слайд think-cell" r:id="rId7" imgW="383" imgH="384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503030702020504" pitchFamily="34" charset="0"/>
            </a:endParaRPr>
          </a:p>
        </p:txBody>
      </p:sp>
      <p:sp>
        <p:nvSpPr>
          <p:cNvPr id="7" name="Полилиния: фигура 6">
            <a:extLst>
              <a:ext uri="{FF2B5EF4-FFF2-40B4-BE49-F238E27FC236}">
                <a16:creationId xmlns:a16="http://schemas.microsoft.com/office/drawing/2014/main" id="{ED2E211F-BDCE-097A-80FB-547B32C98816}"/>
              </a:ext>
            </a:extLst>
          </p:cNvPr>
          <p:cNvSpPr/>
          <p:nvPr userDrawn="1"/>
        </p:nvSpPr>
        <p:spPr>
          <a:xfrm rot="2053506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F7FA030-DE53-C4A9-1A86-A8DA88495C71}"/>
              </a:ext>
            </a:extLst>
          </p:cNvPr>
          <p:cNvSpPr/>
          <p:nvPr userDrawn="1"/>
        </p:nvSpPr>
        <p:spPr>
          <a:xfrm>
            <a:off x="3219450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9991022C-F974-7F2E-2F53-C14C7F4954D0}"/>
              </a:ext>
            </a:extLst>
          </p:cNvPr>
          <p:cNvSpPr/>
          <p:nvPr userDrawn="1"/>
        </p:nvSpPr>
        <p:spPr>
          <a:xfrm>
            <a:off x="12174764" y="2895599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E695F5D9-44C1-3B60-615E-CFC891B9F261}"/>
              </a:ext>
            </a:extLst>
          </p:cNvPr>
          <p:cNvGrpSpPr/>
          <p:nvPr userDrawn="1"/>
        </p:nvGrpSpPr>
        <p:grpSpPr>
          <a:xfrm>
            <a:off x="9620249" y="530559"/>
            <a:ext cx="2022129" cy="1417607"/>
            <a:chOff x="4091278" y="2349598"/>
            <a:chExt cx="3638550" cy="2550794"/>
          </a:xfrm>
          <a:solidFill>
            <a:srgbClr val="365CA7"/>
          </a:solidFill>
        </p:grpSpPr>
        <p:sp>
          <p:nvSpPr>
            <p:cNvPr id="19" name="Полилиния: фигура 18">
              <a:extLst>
                <a:ext uri="{FF2B5EF4-FFF2-40B4-BE49-F238E27FC236}">
                  <a16:creationId xmlns:a16="http://schemas.microsoft.com/office/drawing/2014/main" id="{C79C2545-29FF-13DC-A65B-19AA811039C5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Полилиния: фигура 19">
              <a:extLst>
                <a:ext uri="{FF2B5EF4-FFF2-40B4-BE49-F238E27FC236}">
                  <a16:creationId xmlns:a16="http://schemas.microsoft.com/office/drawing/2014/main" id="{60B08617-615B-3ABE-6A74-081501EC3C9A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21" name="Рисунок 56">
              <a:extLst>
                <a:ext uri="{FF2B5EF4-FFF2-40B4-BE49-F238E27FC236}">
                  <a16:creationId xmlns:a16="http://schemas.microsoft.com/office/drawing/2014/main" id="{F4368F59-0108-D04D-1716-A83FC54A6A2C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2" name="Полилиния: фигура 51">
                <a:extLst>
                  <a:ext uri="{FF2B5EF4-FFF2-40B4-BE49-F238E27FC236}">
                    <a16:creationId xmlns:a16="http://schemas.microsoft.com/office/drawing/2014/main" id="{7DADD4D8-5099-9617-34F0-96F4F38E6D16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>
                <a:extLst>
                  <a:ext uri="{FF2B5EF4-FFF2-40B4-BE49-F238E27FC236}">
                    <a16:creationId xmlns:a16="http://schemas.microsoft.com/office/drawing/2014/main" id="{CDF60C9C-4E91-BE00-438C-E4CEAA36CBA5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Рисунок 56">
              <a:extLst>
                <a:ext uri="{FF2B5EF4-FFF2-40B4-BE49-F238E27FC236}">
                  <a16:creationId xmlns:a16="http://schemas.microsoft.com/office/drawing/2014/main" id="{D9B4FF06-310F-AE66-AE11-ACA8C9AD101C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50" name="Полилиния: фигура 49">
                <a:extLst>
                  <a:ext uri="{FF2B5EF4-FFF2-40B4-BE49-F238E27FC236}">
                    <a16:creationId xmlns:a16="http://schemas.microsoft.com/office/drawing/2014/main" id="{EE1E08A2-DD1B-DDDE-CAAA-241A1E86EA5C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>
                <a:extLst>
                  <a:ext uri="{FF2B5EF4-FFF2-40B4-BE49-F238E27FC236}">
                    <a16:creationId xmlns:a16="http://schemas.microsoft.com/office/drawing/2014/main" id="{3B62BDB4-89A2-8C10-81AA-998F517A2E79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24" name="Полилиния: фигура 23">
              <a:extLst>
                <a:ext uri="{FF2B5EF4-FFF2-40B4-BE49-F238E27FC236}">
                  <a16:creationId xmlns:a16="http://schemas.microsoft.com/office/drawing/2014/main" id="{C8C24985-F865-D103-1F8F-D46BAA92B550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25" name="Рисунок 56">
              <a:extLst>
                <a:ext uri="{FF2B5EF4-FFF2-40B4-BE49-F238E27FC236}">
                  <a16:creationId xmlns:a16="http://schemas.microsoft.com/office/drawing/2014/main" id="{C4652D0E-9DF3-BA1C-DE91-DAD60C9F1430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8" name="Полилиния: фигура 47">
                <a:extLst>
                  <a:ext uri="{FF2B5EF4-FFF2-40B4-BE49-F238E27FC236}">
                    <a16:creationId xmlns:a16="http://schemas.microsoft.com/office/drawing/2014/main" id="{93006A27-860F-248F-9814-8512773B0DEC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>
                <a:extLst>
                  <a:ext uri="{FF2B5EF4-FFF2-40B4-BE49-F238E27FC236}">
                    <a16:creationId xmlns:a16="http://schemas.microsoft.com/office/drawing/2014/main" id="{A9733C3A-E31B-0594-3DD4-0527A6826B10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Рисунок 56">
              <a:extLst>
                <a:ext uri="{FF2B5EF4-FFF2-40B4-BE49-F238E27FC236}">
                  <a16:creationId xmlns:a16="http://schemas.microsoft.com/office/drawing/2014/main" id="{05B77A01-23DE-7A1F-3638-E0813202AF35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6" name="Полилиния: фигура 45">
                <a:extLst>
                  <a:ext uri="{FF2B5EF4-FFF2-40B4-BE49-F238E27FC236}">
                    <a16:creationId xmlns:a16="http://schemas.microsoft.com/office/drawing/2014/main" id="{342378B2-8AE3-A9DF-7867-251050A1759A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>
                <a:extLst>
                  <a:ext uri="{FF2B5EF4-FFF2-40B4-BE49-F238E27FC236}">
                    <a16:creationId xmlns:a16="http://schemas.microsoft.com/office/drawing/2014/main" id="{5E49CF6E-6F4D-EE30-901E-E10F3773A209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Рисунок 56">
              <a:extLst>
                <a:ext uri="{FF2B5EF4-FFF2-40B4-BE49-F238E27FC236}">
                  <a16:creationId xmlns:a16="http://schemas.microsoft.com/office/drawing/2014/main" id="{44479FC0-E90C-DA10-9A9B-6ACFDC267067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37" name="Полилиния: фигура 36">
                <a:extLst>
                  <a:ext uri="{FF2B5EF4-FFF2-40B4-BE49-F238E27FC236}">
                    <a16:creationId xmlns:a16="http://schemas.microsoft.com/office/drawing/2014/main" id="{8005DDCD-971A-276A-0FEA-6D451E511519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" name="Полилиния: фигура 43">
                <a:extLst>
                  <a:ext uri="{FF2B5EF4-FFF2-40B4-BE49-F238E27FC236}">
                    <a16:creationId xmlns:a16="http://schemas.microsoft.com/office/drawing/2014/main" id="{5D978D67-6A25-BDE4-D9A0-B053B9D685CD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8" name="Рисунок 56">
              <a:extLst>
                <a:ext uri="{FF2B5EF4-FFF2-40B4-BE49-F238E27FC236}">
                  <a16:creationId xmlns:a16="http://schemas.microsoft.com/office/drawing/2014/main" id="{479A0604-6FE9-EEDA-46A5-D02D0FEB0791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30" name="Полилиния: фигура 29">
                <a:extLst>
                  <a:ext uri="{FF2B5EF4-FFF2-40B4-BE49-F238E27FC236}">
                    <a16:creationId xmlns:a16="http://schemas.microsoft.com/office/drawing/2014/main" id="{411DCD52-C7F6-B252-176F-1A8AD8457E69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1" name="Полилиния: фигура 30">
                <a:extLst>
                  <a:ext uri="{FF2B5EF4-FFF2-40B4-BE49-F238E27FC236}">
                    <a16:creationId xmlns:a16="http://schemas.microsoft.com/office/drawing/2014/main" id="{F125F088-BCB1-B90A-5B08-496F34B06683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54" name="Title 1">
            <a:extLst>
              <a:ext uri="{FF2B5EF4-FFF2-40B4-BE49-F238E27FC236}">
                <a16:creationId xmlns:a16="http://schemas.microsoft.com/office/drawing/2014/main" id="{BD488EE1-A7E2-B85A-3B52-F3A3E06554F9}"/>
              </a:ext>
            </a:extLst>
          </p:cNvPr>
          <p:cNvSpPr txBox="1">
            <a:spLocks/>
          </p:cNvSpPr>
          <p:nvPr userDrawn="1"/>
        </p:nvSpPr>
        <p:spPr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250" normalizeH="0" baseline="0" noProof="0" dirty="0">
                <a:ln>
                  <a:noFill/>
                </a:ln>
                <a:solidFill>
                  <a:srgbClr val="8291A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ВМЕСТЕ СОЗДАЁМ БУДУЩЕЕ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B2C0BE0-A349-5D51-A09E-68A846B73CF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99233" y="1263898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 kern="1200" dirty="0">
                <a:solidFill>
                  <a:schemeClr val="accent5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ru-RU" dirty="0"/>
              <a:t>Название презентации</a:t>
            </a:r>
            <a:br>
              <a:rPr lang="ru-RU" dirty="0"/>
            </a:br>
            <a:r>
              <a:rPr lang="ru-RU" dirty="0"/>
              <a:t>может быть набрано в две </a:t>
            </a:r>
            <a:br>
              <a:rPr lang="ru-RU" dirty="0"/>
            </a:br>
            <a:r>
              <a:rPr lang="ru-RU" dirty="0"/>
              <a:t>или три строки (32 </a:t>
            </a:r>
            <a:r>
              <a:rPr lang="ru-RU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34" name="Текст 33">
            <a:extLst>
              <a:ext uri="{FF2B5EF4-FFF2-40B4-BE49-F238E27FC236}">
                <a16:creationId xmlns:a16="http://schemas.microsoft.com/office/drawing/2014/main" id="{65EEBC62-4664-9B12-6070-EA2FAB505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87600" y="3190819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 panose="020B06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Выступающий Фамилия И.О. | дата выступления</a:t>
            </a:r>
          </a:p>
        </p:txBody>
      </p:sp>
    </p:spTree>
    <p:extLst>
      <p:ext uri="{BB962C8B-B14F-4D97-AF65-F5344CB8AC3E}">
        <p14:creationId xmlns:p14="http://schemas.microsoft.com/office/powerpoint/2010/main" val="23559755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6" userDrawn="1">
          <p15:clr>
            <a:srgbClr val="FBAE40"/>
          </p15:clr>
        </p15:guide>
        <p15:guide id="2" pos="461">
          <p15:clr>
            <a:srgbClr val="FBAE40"/>
          </p15:clr>
        </p15:guide>
        <p15:guide id="3" pos="1504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Обложка И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8553740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6" name="Слайд think-cell" r:id="rId5" imgW="383" imgH="384" progId="TCLayout.ActiveDocument.1">
                  <p:embed/>
                </p:oleObj>
              </mc:Choice>
              <mc:Fallback>
                <p:oleObj name="Слайд think-cell" r:id="rId5" imgW="383" imgH="384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503030702020504" pitchFamily="34" charset="0"/>
            </a:endParaRP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201BDE66-80EF-BB2F-983E-69F2D5625EE3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3063081" y="3063081"/>
            <a:ext cx="6858000" cy="731838"/>
          </a:xfrm>
          <a:prstGeom prst="rect">
            <a:avLst/>
          </a:prstGeom>
        </p:spPr>
      </p:pic>
      <p:sp>
        <p:nvSpPr>
          <p:cNvPr id="24" name="Полилиния: фигура 23">
            <a:extLst>
              <a:ext uri="{FF2B5EF4-FFF2-40B4-BE49-F238E27FC236}">
                <a16:creationId xmlns:a16="http://schemas.microsoft.com/office/drawing/2014/main" id="{B44C4084-F0C8-D52C-F4F0-E13DA0371F6E}"/>
              </a:ext>
            </a:extLst>
          </p:cNvPr>
          <p:cNvSpPr/>
          <p:nvPr userDrawn="1"/>
        </p:nvSpPr>
        <p:spPr>
          <a:xfrm rot="2053506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38165082-B402-FBF1-8493-E760EB9C13B6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254" t="3254" r="3254" b="3254"/>
          <a:stretch/>
        </p:blipFill>
        <p:spPr>
          <a:xfrm rot="10800000">
            <a:off x="8624047" y="3464325"/>
            <a:ext cx="4707676" cy="4707675"/>
          </a:xfrm>
          <a:prstGeom prst="ellipse">
            <a:avLst/>
          </a:prstGeom>
          <a:noFill/>
        </p:spPr>
      </p:pic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50F32C4C-75B5-D2AE-B652-1BFEC616D7F8}"/>
              </a:ext>
            </a:extLst>
          </p:cNvPr>
          <p:cNvSpPr/>
          <p:nvPr userDrawn="1"/>
        </p:nvSpPr>
        <p:spPr>
          <a:xfrm>
            <a:off x="3219450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D549036A-B5C8-576D-14E3-8F25CCC13944}"/>
              </a:ext>
            </a:extLst>
          </p:cNvPr>
          <p:cNvSpPr/>
          <p:nvPr userDrawn="1"/>
        </p:nvSpPr>
        <p:spPr>
          <a:xfrm>
            <a:off x="12174764" y="2895599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E92C181B-7B5F-C143-24C5-89C4470B4AE1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254" t="3254" r="3254" b="3254"/>
          <a:stretch/>
        </p:blipFill>
        <p:spPr>
          <a:xfrm rot="7837172">
            <a:off x="1128220" y="896378"/>
            <a:ext cx="3912558" cy="3912558"/>
          </a:xfrm>
          <a:prstGeom prst="ellipse">
            <a:avLst/>
          </a:prstGeom>
          <a:solidFill>
            <a:schemeClr val="bg1"/>
          </a:solidFill>
        </p:spPr>
      </p:pic>
      <p:sp>
        <p:nvSpPr>
          <p:cNvPr id="37" name="Title 1">
            <a:extLst>
              <a:ext uri="{FF2B5EF4-FFF2-40B4-BE49-F238E27FC236}">
                <a16:creationId xmlns:a16="http://schemas.microsoft.com/office/drawing/2014/main" id="{791E554D-FDCF-8577-4AEF-6A000D5D31D1}"/>
              </a:ext>
            </a:extLst>
          </p:cNvPr>
          <p:cNvSpPr txBox="1">
            <a:spLocks/>
          </p:cNvSpPr>
          <p:nvPr userDrawn="1"/>
        </p:nvSpPr>
        <p:spPr>
          <a:xfrm>
            <a:off x="2402922" y="345340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007E4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Институт искусственного интеллекта</a:t>
            </a:r>
          </a:p>
        </p:txBody>
      </p:sp>
      <p:grpSp>
        <p:nvGrpSpPr>
          <p:cNvPr id="38" name="Группа 37">
            <a:extLst>
              <a:ext uri="{FF2B5EF4-FFF2-40B4-BE49-F238E27FC236}">
                <a16:creationId xmlns:a16="http://schemas.microsoft.com/office/drawing/2014/main" id="{D752CB76-5D6E-7C52-8D2B-AD4DD69A22C9}"/>
              </a:ext>
            </a:extLst>
          </p:cNvPr>
          <p:cNvGrpSpPr/>
          <p:nvPr userDrawn="1"/>
        </p:nvGrpSpPr>
        <p:grpSpPr>
          <a:xfrm>
            <a:off x="9620249" y="530559"/>
            <a:ext cx="2022129" cy="1417607"/>
            <a:chOff x="4091278" y="2349598"/>
            <a:chExt cx="3638550" cy="2550794"/>
          </a:xfrm>
          <a:solidFill>
            <a:srgbClr val="007E40"/>
          </a:solidFill>
        </p:grpSpPr>
        <p:sp>
          <p:nvSpPr>
            <p:cNvPr id="39" name="Полилиния: фигура 38">
              <a:extLst>
                <a:ext uri="{FF2B5EF4-FFF2-40B4-BE49-F238E27FC236}">
                  <a16:creationId xmlns:a16="http://schemas.microsoft.com/office/drawing/2014/main" id="{A53C8616-3388-F9A4-59CF-D64B988506B0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Полилиния: фигура 39">
              <a:extLst>
                <a:ext uri="{FF2B5EF4-FFF2-40B4-BE49-F238E27FC236}">
                  <a16:creationId xmlns:a16="http://schemas.microsoft.com/office/drawing/2014/main" id="{E9B88BBA-BB00-027D-4BFA-C7D57C517AA6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41" name="Рисунок 56">
              <a:extLst>
                <a:ext uri="{FF2B5EF4-FFF2-40B4-BE49-F238E27FC236}">
                  <a16:creationId xmlns:a16="http://schemas.microsoft.com/office/drawing/2014/main" id="{6C60E55D-E802-7E14-7E4A-FCFA9A8B7D01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65" name="Полилиния: фигура 64">
                <a:extLst>
                  <a:ext uri="{FF2B5EF4-FFF2-40B4-BE49-F238E27FC236}">
                    <a16:creationId xmlns:a16="http://schemas.microsoft.com/office/drawing/2014/main" id="{E9B5F3CD-1D3E-8367-9C6F-408D8A42A4BA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6" name="Полилиния: фигура 65">
                <a:extLst>
                  <a:ext uri="{FF2B5EF4-FFF2-40B4-BE49-F238E27FC236}">
                    <a16:creationId xmlns:a16="http://schemas.microsoft.com/office/drawing/2014/main" id="{427E8508-7BF4-1C0D-1594-E1213924EA58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42" name="Рисунок 56">
              <a:extLst>
                <a:ext uri="{FF2B5EF4-FFF2-40B4-BE49-F238E27FC236}">
                  <a16:creationId xmlns:a16="http://schemas.microsoft.com/office/drawing/2014/main" id="{F6173027-0C90-89F3-6583-04BA9DB507BF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63" name="Полилиния: фигура 62">
                <a:extLst>
                  <a:ext uri="{FF2B5EF4-FFF2-40B4-BE49-F238E27FC236}">
                    <a16:creationId xmlns:a16="http://schemas.microsoft.com/office/drawing/2014/main" id="{147AF6CD-0CE0-00DC-9335-C9AC633F36A2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4" name="Полилиния: фигура 63">
                <a:extLst>
                  <a:ext uri="{FF2B5EF4-FFF2-40B4-BE49-F238E27FC236}">
                    <a16:creationId xmlns:a16="http://schemas.microsoft.com/office/drawing/2014/main" id="{FC9353DF-FD72-A5CE-0272-6971D633774B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43" name="Полилиния: фигура 42">
              <a:extLst>
                <a:ext uri="{FF2B5EF4-FFF2-40B4-BE49-F238E27FC236}">
                  <a16:creationId xmlns:a16="http://schemas.microsoft.com/office/drawing/2014/main" id="{83BDF219-1997-F366-5101-3A2FC9E10F70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44" name="Рисунок 56">
              <a:extLst>
                <a:ext uri="{FF2B5EF4-FFF2-40B4-BE49-F238E27FC236}">
                  <a16:creationId xmlns:a16="http://schemas.microsoft.com/office/drawing/2014/main" id="{8224236B-CE42-46B1-4BC9-008468DAA402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61" name="Полилиния: фигура 60">
                <a:extLst>
                  <a:ext uri="{FF2B5EF4-FFF2-40B4-BE49-F238E27FC236}">
                    <a16:creationId xmlns:a16="http://schemas.microsoft.com/office/drawing/2014/main" id="{15111378-4F42-10A5-30F1-831EFABDA013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2" name="Полилиния: фигура 61">
                <a:extLst>
                  <a:ext uri="{FF2B5EF4-FFF2-40B4-BE49-F238E27FC236}">
                    <a16:creationId xmlns:a16="http://schemas.microsoft.com/office/drawing/2014/main" id="{146F8166-C40A-D008-1F68-0A66C996B575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45" name="Рисунок 56">
              <a:extLst>
                <a:ext uri="{FF2B5EF4-FFF2-40B4-BE49-F238E27FC236}">
                  <a16:creationId xmlns:a16="http://schemas.microsoft.com/office/drawing/2014/main" id="{92F09A73-1CF3-2D19-1AA3-97A80EBD37C9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59" name="Полилиния: фигура 58">
                <a:extLst>
                  <a:ext uri="{FF2B5EF4-FFF2-40B4-BE49-F238E27FC236}">
                    <a16:creationId xmlns:a16="http://schemas.microsoft.com/office/drawing/2014/main" id="{434B2E6A-3B25-AAC5-90D7-787F31A4E4C0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0" name="Полилиния: фигура 59">
                <a:extLst>
                  <a:ext uri="{FF2B5EF4-FFF2-40B4-BE49-F238E27FC236}">
                    <a16:creationId xmlns:a16="http://schemas.microsoft.com/office/drawing/2014/main" id="{072A843A-DCB3-68C2-5F1E-8DA68C498377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51" name="Рисунок 56">
              <a:extLst>
                <a:ext uri="{FF2B5EF4-FFF2-40B4-BE49-F238E27FC236}">
                  <a16:creationId xmlns:a16="http://schemas.microsoft.com/office/drawing/2014/main" id="{54BB8955-A786-32D0-6688-50CF4ED4B053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56" name="Полилиния: фигура 55">
                <a:extLst>
                  <a:ext uri="{FF2B5EF4-FFF2-40B4-BE49-F238E27FC236}">
                    <a16:creationId xmlns:a16="http://schemas.microsoft.com/office/drawing/2014/main" id="{D8613C4D-7F52-6AD3-CC84-844CE0C5786F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7" name="Полилиния: фигура 56">
                <a:extLst>
                  <a:ext uri="{FF2B5EF4-FFF2-40B4-BE49-F238E27FC236}">
                    <a16:creationId xmlns:a16="http://schemas.microsoft.com/office/drawing/2014/main" id="{B6A5D7DE-31DD-7214-FF0E-5099F67C7072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53" name="Рисунок 56">
              <a:extLst>
                <a:ext uri="{FF2B5EF4-FFF2-40B4-BE49-F238E27FC236}">
                  <a16:creationId xmlns:a16="http://schemas.microsoft.com/office/drawing/2014/main" id="{A1D0437D-BAF4-6C33-E449-31A29EA1DEE4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54" name="Полилиния: фигура 53">
                <a:extLst>
                  <a:ext uri="{FF2B5EF4-FFF2-40B4-BE49-F238E27FC236}">
                    <a16:creationId xmlns:a16="http://schemas.microsoft.com/office/drawing/2014/main" id="{EE26D800-655E-0122-61F3-AB2E58E19C24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5" name="Полилиния: фигура 54">
                <a:extLst>
                  <a:ext uri="{FF2B5EF4-FFF2-40B4-BE49-F238E27FC236}">
                    <a16:creationId xmlns:a16="http://schemas.microsoft.com/office/drawing/2014/main" id="{3BCFBE5A-1A1B-C738-66C9-8849B1CDDB2A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67" name="Title 1">
            <a:extLst>
              <a:ext uri="{FF2B5EF4-FFF2-40B4-BE49-F238E27FC236}">
                <a16:creationId xmlns:a16="http://schemas.microsoft.com/office/drawing/2014/main" id="{B2C82360-7244-3598-1BC2-AAAA042F1FFC}"/>
              </a:ext>
            </a:extLst>
          </p:cNvPr>
          <p:cNvSpPr txBox="1">
            <a:spLocks/>
          </p:cNvSpPr>
          <p:nvPr userDrawn="1"/>
        </p:nvSpPr>
        <p:spPr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250" normalizeH="0" baseline="0" noProof="0" dirty="0">
                <a:ln>
                  <a:noFill/>
                </a:ln>
                <a:solidFill>
                  <a:srgbClr val="8291A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ВМЕСТЕ СОЗДАЁМ БУДУЩЕЕ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0D42AC-7F45-9FE7-F893-2D0CB5BB958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 kern="1200" dirty="0">
                <a:solidFill>
                  <a:srgbClr val="007E40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ru-RU" dirty="0"/>
              <a:t>Название презентации</a:t>
            </a:r>
            <a:br>
              <a:rPr lang="ru-RU" dirty="0"/>
            </a:br>
            <a:r>
              <a:rPr lang="ru-RU" dirty="0"/>
              <a:t>может быть набрано в две </a:t>
            </a:r>
            <a:br>
              <a:rPr lang="ru-RU" dirty="0"/>
            </a:br>
            <a:r>
              <a:rPr lang="ru-RU" dirty="0"/>
              <a:t>или три строки (32 </a:t>
            </a:r>
            <a:r>
              <a:rPr lang="ru-RU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6" name="Текст 33">
            <a:extLst>
              <a:ext uri="{FF2B5EF4-FFF2-40B4-BE49-F238E27FC236}">
                <a16:creationId xmlns:a16="http://schemas.microsoft.com/office/drawing/2014/main" id="{4134C208-9BD0-4A1C-04FD-5113CB868D0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87600" y="3419864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 panose="020B06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Выступающий Фамилия И.О. | дата выступления</a:t>
            </a:r>
          </a:p>
        </p:txBody>
      </p:sp>
    </p:spTree>
    <p:extLst>
      <p:ext uri="{BB962C8B-B14F-4D97-AF65-F5344CB8AC3E}">
        <p14:creationId xmlns:p14="http://schemas.microsoft.com/office/powerpoint/2010/main" val="37077917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9">
          <p15:clr>
            <a:srgbClr val="FBAE40"/>
          </p15:clr>
        </p15:guide>
        <p15:guide id="2" pos="46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Обложка ИТХ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Рисунок 57">
            <a:extLst>
              <a:ext uri="{FF2B5EF4-FFF2-40B4-BE49-F238E27FC236}">
                <a16:creationId xmlns:a16="http://schemas.microsoft.com/office/drawing/2014/main" id="{74A03A41-5C22-C67D-7662-32524FB8C9D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8477002" y="3355995"/>
            <a:ext cx="4906469" cy="4906469"/>
          </a:xfrm>
          <a:prstGeom prst="rect">
            <a:avLst/>
          </a:prstGeom>
        </p:spPr>
      </p:pic>
      <p:pic>
        <p:nvPicPr>
          <p:cNvPr id="55" name="Рисунок 54">
            <a:extLst>
              <a:ext uri="{FF2B5EF4-FFF2-40B4-BE49-F238E27FC236}">
                <a16:creationId xmlns:a16="http://schemas.microsoft.com/office/drawing/2014/main" id="{1D08960C-7ECC-7C65-3DB9-248004A0538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8100000">
            <a:off x="1001072" y="859614"/>
            <a:ext cx="4040729" cy="4040729"/>
          </a:xfrm>
          <a:prstGeom prst="rect">
            <a:avLst/>
          </a:prstGeom>
        </p:spPr>
      </p:pic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75A8708A-4278-6688-44C8-7CFF73E319E7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3059910" y="3059908"/>
            <a:ext cx="6858005" cy="738181"/>
          </a:xfrm>
          <a:prstGeom prst="rect">
            <a:avLst/>
          </a:prstGeom>
        </p:spPr>
      </p:pic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8553740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0" name="Слайд think-cell" r:id="rId7" imgW="383" imgH="384" progId="TCLayout.ActiveDocument.1">
                  <p:embed/>
                </p:oleObj>
              </mc:Choice>
              <mc:Fallback>
                <p:oleObj name="Слайд think-cell" r:id="rId7" imgW="383" imgH="384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503030702020504" pitchFamily="34" charset="0"/>
            </a:endParaRPr>
          </a:p>
        </p:txBody>
      </p:sp>
      <p:sp>
        <p:nvSpPr>
          <p:cNvPr id="6" name="Полилиния: фигура 5">
            <a:extLst>
              <a:ext uri="{FF2B5EF4-FFF2-40B4-BE49-F238E27FC236}">
                <a16:creationId xmlns:a16="http://schemas.microsoft.com/office/drawing/2014/main" id="{54E3E576-D9D3-C263-7E7E-0F570DFD7114}"/>
              </a:ext>
            </a:extLst>
          </p:cNvPr>
          <p:cNvSpPr/>
          <p:nvPr userDrawn="1"/>
        </p:nvSpPr>
        <p:spPr>
          <a:xfrm rot="2053506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3FA44A7-EA6F-2DF3-6F00-E714B70BD2D3}"/>
              </a:ext>
            </a:extLst>
          </p:cNvPr>
          <p:cNvSpPr/>
          <p:nvPr userDrawn="1"/>
        </p:nvSpPr>
        <p:spPr>
          <a:xfrm>
            <a:off x="3219450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84DE1C20-8CBA-D2E2-FCCD-E5808EDC6230}"/>
              </a:ext>
            </a:extLst>
          </p:cNvPr>
          <p:cNvSpPr/>
          <p:nvPr userDrawn="1"/>
        </p:nvSpPr>
        <p:spPr>
          <a:xfrm>
            <a:off x="12174764" y="2895599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AC18FEF8-02B9-FE36-05F3-AA9DFAA07617}"/>
              </a:ext>
            </a:extLst>
          </p:cNvPr>
          <p:cNvSpPr txBox="1">
            <a:spLocks/>
          </p:cNvSpPr>
          <p:nvPr userDrawn="1"/>
        </p:nvSpPr>
        <p:spPr>
          <a:xfrm>
            <a:off x="2402922" y="167207"/>
            <a:ext cx="4926206" cy="699404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B26397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Институт тонких химических технологий имени М.В. Ломоносова</a:t>
            </a:r>
          </a:p>
        </p:txBody>
      </p: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4BEA9458-545F-C100-B29D-EA37795BB314}"/>
              </a:ext>
            </a:extLst>
          </p:cNvPr>
          <p:cNvGrpSpPr/>
          <p:nvPr userDrawn="1"/>
        </p:nvGrpSpPr>
        <p:grpSpPr>
          <a:xfrm>
            <a:off x="9620249" y="530559"/>
            <a:ext cx="2022129" cy="1417607"/>
            <a:chOff x="4091278" y="2349598"/>
            <a:chExt cx="3638550" cy="2550794"/>
          </a:xfrm>
          <a:solidFill>
            <a:srgbClr val="B26397"/>
          </a:solidFill>
        </p:grpSpPr>
        <p:sp>
          <p:nvSpPr>
            <p:cNvPr id="22" name="Полилиния: фигура 21">
              <a:extLst>
                <a:ext uri="{FF2B5EF4-FFF2-40B4-BE49-F238E27FC236}">
                  <a16:creationId xmlns:a16="http://schemas.microsoft.com/office/drawing/2014/main" id="{ED7A6B79-6FB7-39CD-1E8B-F43D65C2B803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B2639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Полилиния: фигура 22">
              <a:extLst>
                <a:ext uri="{FF2B5EF4-FFF2-40B4-BE49-F238E27FC236}">
                  <a16:creationId xmlns:a16="http://schemas.microsoft.com/office/drawing/2014/main" id="{6FFB5EE1-1FD2-A466-BA08-24322F8AEDA5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B2639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24" name="Рисунок 56">
              <a:extLst>
                <a:ext uri="{FF2B5EF4-FFF2-40B4-BE49-F238E27FC236}">
                  <a16:creationId xmlns:a16="http://schemas.microsoft.com/office/drawing/2014/main" id="{5EF45080-5792-C733-0E6D-22D32396647C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1" name="Полилиния: фигура 50">
                <a:extLst>
                  <a:ext uri="{FF2B5EF4-FFF2-40B4-BE49-F238E27FC236}">
                    <a16:creationId xmlns:a16="http://schemas.microsoft.com/office/drawing/2014/main" id="{6A13F781-3079-E2B4-B647-3E7F79288EC2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26397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2" name="Полилиния: фигура 51">
                <a:extLst>
                  <a:ext uri="{FF2B5EF4-FFF2-40B4-BE49-F238E27FC236}">
                    <a16:creationId xmlns:a16="http://schemas.microsoft.com/office/drawing/2014/main" id="{27B4BE9E-4E38-4B77-6985-25E968389EA6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26397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5" name="Рисунок 56">
              <a:extLst>
                <a:ext uri="{FF2B5EF4-FFF2-40B4-BE49-F238E27FC236}">
                  <a16:creationId xmlns:a16="http://schemas.microsoft.com/office/drawing/2014/main" id="{F4946AAB-3A9A-F3A2-F306-5AE395E0E23F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49" name="Полилиния: фигура 48">
                <a:extLst>
                  <a:ext uri="{FF2B5EF4-FFF2-40B4-BE49-F238E27FC236}">
                    <a16:creationId xmlns:a16="http://schemas.microsoft.com/office/drawing/2014/main" id="{5FA87635-F344-F97E-1AE9-001A4783F668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26397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0" name="Полилиния: фигура 49">
                <a:extLst>
                  <a:ext uri="{FF2B5EF4-FFF2-40B4-BE49-F238E27FC236}">
                    <a16:creationId xmlns:a16="http://schemas.microsoft.com/office/drawing/2014/main" id="{E7ED5D63-8D5D-EE30-4CEE-C1A3A0B493CD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26397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30" name="Полилиния: фигура 29">
              <a:extLst>
                <a:ext uri="{FF2B5EF4-FFF2-40B4-BE49-F238E27FC236}">
                  <a16:creationId xmlns:a16="http://schemas.microsoft.com/office/drawing/2014/main" id="{3923D477-A957-BC08-B9DC-B3E4011D787C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B2639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31" name="Рисунок 56">
              <a:extLst>
                <a:ext uri="{FF2B5EF4-FFF2-40B4-BE49-F238E27FC236}">
                  <a16:creationId xmlns:a16="http://schemas.microsoft.com/office/drawing/2014/main" id="{88B063DB-A435-ED8B-09B4-648FB023F531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7" name="Полилиния: фигура 46">
                <a:extLst>
                  <a:ext uri="{FF2B5EF4-FFF2-40B4-BE49-F238E27FC236}">
                    <a16:creationId xmlns:a16="http://schemas.microsoft.com/office/drawing/2014/main" id="{CF4A9E60-25CE-9D23-8578-373A3AFDCAA9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26397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8" name="Полилиния: фигура 47">
                <a:extLst>
                  <a:ext uri="{FF2B5EF4-FFF2-40B4-BE49-F238E27FC236}">
                    <a16:creationId xmlns:a16="http://schemas.microsoft.com/office/drawing/2014/main" id="{441E365D-C30E-4749-B759-DC685CEB4D33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26397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Рисунок 56">
              <a:extLst>
                <a:ext uri="{FF2B5EF4-FFF2-40B4-BE49-F238E27FC236}">
                  <a16:creationId xmlns:a16="http://schemas.microsoft.com/office/drawing/2014/main" id="{05C065B7-7E2E-EA4D-D899-9B2B01E008E7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5" name="Полилиния: фигура 44">
                <a:extLst>
                  <a:ext uri="{FF2B5EF4-FFF2-40B4-BE49-F238E27FC236}">
                    <a16:creationId xmlns:a16="http://schemas.microsoft.com/office/drawing/2014/main" id="{FFE6A5C0-7041-EAC3-97A3-F3505AA9F525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26397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6" name="Полилиния: фигура 45">
                <a:extLst>
                  <a:ext uri="{FF2B5EF4-FFF2-40B4-BE49-F238E27FC236}">
                    <a16:creationId xmlns:a16="http://schemas.microsoft.com/office/drawing/2014/main" id="{DCA54F5F-AEB1-2619-CC23-40AA08E55DBD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26397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39" name="Рисунок 56">
              <a:extLst>
                <a:ext uri="{FF2B5EF4-FFF2-40B4-BE49-F238E27FC236}">
                  <a16:creationId xmlns:a16="http://schemas.microsoft.com/office/drawing/2014/main" id="{3E43326D-3072-0118-5706-2DDCD70D9561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43" name="Полилиния: фигура 42">
                <a:extLst>
                  <a:ext uri="{FF2B5EF4-FFF2-40B4-BE49-F238E27FC236}">
                    <a16:creationId xmlns:a16="http://schemas.microsoft.com/office/drawing/2014/main" id="{4BD38525-29D9-BE49-BB3A-216CABA27063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26397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" name="Полилиния: фигура 43">
                <a:extLst>
                  <a:ext uri="{FF2B5EF4-FFF2-40B4-BE49-F238E27FC236}">
                    <a16:creationId xmlns:a16="http://schemas.microsoft.com/office/drawing/2014/main" id="{F57EFDC7-C017-9E8A-D4D8-EB1687917F2B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26397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40" name="Рисунок 56">
              <a:extLst>
                <a:ext uri="{FF2B5EF4-FFF2-40B4-BE49-F238E27FC236}">
                  <a16:creationId xmlns:a16="http://schemas.microsoft.com/office/drawing/2014/main" id="{B48AFFED-E8A2-0547-760A-E3E47F06A53E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41" name="Полилиния: фигура 40">
                <a:extLst>
                  <a:ext uri="{FF2B5EF4-FFF2-40B4-BE49-F238E27FC236}">
                    <a16:creationId xmlns:a16="http://schemas.microsoft.com/office/drawing/2014/main" id="{3E1AC401-B34D-7489-3561-FFA895994D97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26397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2" name="Полилиния: фигура 41">
                <a:extLst>
                  <a:ext uri="{FF2B5EF4-FFF2-40B4-BE49-F238E27FC236}">
                    <a16:creationId xmlns:a16="http://schemas.microsoft.com/office/drawing/2014/main" id="{FB330E4A-C62F-2D88-F70E-DB32B0D0051F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26397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53" name="Title 1">
            <a:extLst>
              <a:ext uri="{FF2B5EF4-FFF2-40B4-BE49-F238E27FC236}">
                <a16:creationId xmlns:a16="http://schemas.microsoft.com/office/drawing/2014/main" id="{25C8BB14-4584-5F05-A560-8E9A954A1157}"/>
              </a:ext>
            </a:extLst>
          </p:cNvPr>
          <p:cNvSpPr txBox="1">
            <a:spLocks/>
          </p:cNvSpPr>
          <p:nvPr userDrawn="1"/>
        </p:nvSpPr>
        <p:spPr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250" normalizeH="0" baseline="0" noProof="0" dirty="0">
                <a:ln>
                  <a:noFill/>
                </a:ln>
                <a:solidFill>
                  <a:srgbClr val="8291A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ВМЕСТЕ СОЗДАЁМ БУДУЩЕЕ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AF6E27-8F15-133E-88C3-830C531571F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 kern="1200" dirty="0">
                <a:solidFill>
                  <a:srgbClr val="B26397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ru-RU" dirty="0"/>
              <a:t>Название презентации</a:t>
            </a:r>
            <a:br>
              <a:rPr lang="ru-RU" dirty="0"/>
            </a:br>
            <a:r>
              <a:rPr lang="ru-RU" dirty="0"/>
              <a:t>может быть набрано в две </a:t>
            </a:r>
            <a:br>
              <a:rPr lang="ru-RU" dirty="0"/>
            </a:br>
            <a:r>
              <a:rPr lang="ru-RU" dirty="0"/>
              <a:t>или три строки (32 </a:t>
            </a:r>
            <a:r>
              <a:rPr lang="ru-RU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5" name="Текст 33">
            <a:extLst>
              <a:ext uri="{FF2B5EF4-FFF2-40B4-BE49-F238E27FC236}">
                <a16:creationId xmlns:a16="http://schemas.microsoft.com/office/drawing/2014/main" id="{4E3B7FF7-60FF-4B71-3786-AE3168659FD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87600" y="3419864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 panose="020B06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Выступающий Фамилия И.О. | дата выступления</a:t>
            </a:r>
          </a:p>
        </p:txBody>
      </p:sp>
    </p:spTree>
    <p:extLst>
      <p:ext uri="{BB962C8B-B14F-4D97-AF65-F5344CB8AC3E}">
        <p14:creationId xmlns:p14="http://schemas.microsoft.com/office/powerpoint/2010/main" val="939998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9">
          <p15:clr>
            <a:srgbClr val="FBAE40"/>
          </p15:clr>
        </p15:guide>
        <p15:guide id="2" pos="46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Обложка ИИ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Рисунок 87">
            <a:extLst>
              <a:ext uri="{FF2B5EF4-FFF2-40B4-BE49-F238E27FC236}">
                <a16:creationId xmlns:a16="http://schemas.microsoft.com/office/drawing/2014/main" id="{38F368DB-69E3-EF1A-B075-875750E1235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8491665" y="3340993"/>
            <a:ext cx="4799122" cy="4799122"/>
          </a:xfrm>
          <a:prstGeom prst="rect">
            <a:avLst/>
          </a:prstGeom>
        </p:spPr>
      </p:pic>
      <p:pic>
        <p:nvPicPr>
          <p:cNvPr id="85" name="Рисунок 84">
            <a:extLst>
              <a:ext uri="{FF2B5EF4-FFF2-40B4-BE49-F238E27FC236}">
                <a16:creationId xmlns:a16="http://schemas.microsoft.com/office/drawing/2014/main" id="{EDE93CCA-4D22-9432-327A-B4D6DC618D0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7200000">
            <a:off x="1033343" y="734497"/>
            <a:ext cx="4188739" cy="4188739"/>
          </a:xfrm>
          <a:prstGeom prst="rect">
            <a:avLst/>
          </a:prstGeom>
        </p:spPr>
      </p:pic>
      <p:pic>
        <p:nvPicPr>
          <p:cNvPr id="87" name="Рисунок 86">
            <a:extLst>
              <a:ext uri="{FF2B5EF4-FFF2-40B4-BE49-F238E27FC236}">
                <a16:creationId xmlns:a16="http://schemas.microsoft.com/office/drawing/2014/main" id="{C97F2E05-D693-CAB9-675D-B196221EB583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3066699" y="3066702"/>
            <a:ext cx="6865242" cy="731838"/>
          </a:xfrm>
          <a:prstGeom prst="rect">
            <a:avLst/>
          </a:prstGeom>
        </p:spPr>
      </p:pic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8553740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4" name="Слайд think-cell" r:id="rId7" imgW="383" imgH="384" progId="TCLayout.ActiveDocument.1">
                  <p:embed/>
                </p:oleObj>
              </mc:Choice>
              <mc:Fallback>
                <p:oleObj name="Слайд think-cell" r:id="rId7" imgW="383" imgH="384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503030702020504" pitchFamily="34" charset="0"/>
            </a:endParaRPr>
          </a:p>
        </p:txBody>
      </p:sp>
      <p:sp>
        <p:nvSpPr>
          <p:cNvPr id="55" name="Полилиния: фигура 54">
            <a:extLst>
              <a:ext uri="{FF2B5EF4-FFF2-40B4-BE49-F238E27FC236}">
                <a16:creationId xmlns:a16="http://schemas.microsoft.com/office/drawing/2014/main" id="{ADA4CBDF-403A-9D86-B1FA-C352F47C3615}"/>
              </a:ext>
            </a:extLst>
          </p:cNvPr>
          <p:cNvSpPr/>
          <p:nvPr userDrawn="1"/>
        </p:nvSpPr>
        <p:spPr>
          <a:xfrm rot="2053506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7" name="Прямоугольник 56">
            <a:extLst>
              <a:ext uri="{FF2B5EF4-FFF2-40B4-BE49-F238E27FC236}">
                <a16:creationId xmlns:a16="http://schemas.microsoft.com/office/drawing/2014/main" id="{ACEF9FC1-CC17-73A3-2551-AAB9C2727FBB}"/>
              </a:ext>
            </a:extLst>
          </p:cNvPr>
          <p:cNvSpPr/>
          <p:nvPr userDrawn="1"/>
        </p:nvSpPr>
        <p:spPr>
          <a:xfrm>
            <a:off x="3219450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8" name="Прямоугольник 57">
            <a:extLst>
              <a:ext uri="{FF2B5EF4-FFF2-40B4-BE49-F238E27FC236}">
                <a16:creationId xmlns:a16="http://schemas.microsoft.com/office/drawing/2014/main" id="{9EA31181-B062-2386-FE02-4ABA628C39B3}"/>
              </a:ext>
            </a:extLst>
          </p:cNvPr>
          <p:cNvSpPr/>
          <p:nvPr userDrawn="1"/>
        </p:nvSpPr>
        <p:spPr>
          <a:xfrm>
            <a:off x="12174764" y="2895599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0" name="Title 1">
            <a:extLst>
              <a:ext uri="{FF2B5EF4-FFF2-40B4-BE49-F238E27FC236}">
                <a16:creationId xmlns:a16="http://schemas.microsoft.com/office/drawing/2014/main" id="{9CB8167C-3712-978F-0DC6-EC42333C3ED5}"/>
              </a:ext>
            </a:extLst>
          </p:cNvPr>
          <p:cNvSpPr txBox="1">
            <a:spLocks/>
          </p:cNvSpPr>
          <p:nvPr userDrawn="1"/>
        </p:nvSpPr>
        <p:spPr>
          <a:xfrm>
            <a:off x="2402922" y="308975"/>
            <a:ext cx="5449174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706F6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Институт информационных технологий</a:t>
            </a:r>
          </a:p>
        </p:txBody>
      </p:sp>
      <p:grpSp>
        <p:nvGrpSpPr>
          <p:cNvPr id="61" name="Группа 60">
            <a:extLst>
              <a:ext uri="{FF2B5EF4-FFF2-40B4-BE49-F238E27FC236}">
                <a16:creationId xmlns:a16="http://schemas.microsoft.com/office/drawing/2014/main" id="{97BF43F7-3693-D2AF-7932-750E05198916}"/>
              </a:ext>
            </a:extLst>
          </p:cNvPr>
          <p:cNvGrpSpPr/>
          <p:nvPr userDrawn="1"/>
        </p:nvGrpSpPr>
        <p:grpSpPr>
          <a:xfrm>
            <a:off x="9620249" y="530559"/>
            <a:ext cx="2022129" cy="1417607"/>
            <a:chOff x="4091278" y="2349598"/>
            <a:chExt cx="3638550" cy="2550794"/>
          </a:xfrm>
          <a:solidFill>
            <a:srgbClr val="706F6F"/>
          </a:solidFill>
        </p:grpSpPr>
        <p:sp>
          <p:nvSpPr>
            <p:cNvPr id="62" name="Полилиния: фигура 61">
              <a:extLst>
                <a:ext uri="{FF2B5EF4-FFF2-40B4-BE49-F238E27FC236}">
                  <a16:creationId xmlns:a16="http://schemas.microsoft.com/office/drawing/2014/main" id="{B8E7F42D-1AC1-BF41-2957-904F8B8369F1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Полилиния: фигура 62">
              <a:extLst>
                <a:ext uri="{FF2B5EF4-FFF2-40B4-BE49-F238E27FC236}">
                  <a16:creationId xmlns:a16="http://schemas.microsoft.com/office/drawing/2014/main" id="{9C48F91F-F819-816F-A1E7-BA75D4CCE6F0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64" name="Рисунок 56">
              <a:extLst>
                <a:ext uri="{FF2B5EF4-FFF2-40B4-BE49-F238E27FC236}">
                  <a16:creationId xmlns:a16="http://schemas.microsoft.com/office/drawing/2014/main" id="{3033F049-0132-9C56-76AA-DCDE199EB5D0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81" name="Полилиния: фигура 80">
                <a:extLst>
                  <a:ext uri="{FF2B5EF4-FFF2-40B4-BE49-F238E27FC236}">
                    <a16:creationId xmlns:a16="http://schemas.microsoft.com/office/drawing/2014/main" id="{53EB3BED-5D7B-38CF-6946-E614EC81B880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82" name="Полилиния: фигура 81">
                <a:extLst>
                  <a:ext uri="{FF2B5EF4-FFF2-40B4-BE49-F238E27FC236}">
                    <a16:creationId xmlns:a16="http://schemas.microsoft.com/office/drawing/2014/main" id="{BAA0E85E-3C2D-0B82-5BFD-C7378F5B38DE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65" name="Рисунок 56">
              <a:extLst>
                <a:ext uri="{FF2B5EF4-FFF2-40B4-BE49-F238E27FC236}">
                  <a16:creationId xmlns:a16="http://schemas.microsoft.com/office/drawing/2014/main" id="{94C532F2-EB92-D49A-37D0-16E179B44E4B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79" name="Полилиния: фигура 78">
                <a:extLst>
                  <a:ext uri="{FF2B5EF4-FFF2-40B4-BE49-F238E27FC236}">
                    <a16:creationId xmlns:a16="http://schemas.microsoft.com/office/drawing/2014/main" id="{F5A4C96F-C67B-4A40-4DEE-1B94FAB0496D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80" name="Полилиния: фигура 79">
                <a:extLst>
                  <a:ext uri="{FF2B5EF4-FFF2-40B4-BE49-F238E27FC236}">
                    <a16:creationId xmlns:a16="http://schemas.microsoft.com/office/drawing/2014/main" id="{DB90A695-BBA5-3141-D31A-5C45C80B36DE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66" name="Полилиния: фигура 65">
              <a:extLst>
                <a:ext uri="{FF2B5EF4-FFF2-40B4-BE49-F238E27FC236}">
                  <a16:creationId xmlns:a16="http://schemas.microsoft.com/office/drawing/2014/main" id="{B3131E5A-0D29-C7C5-C68A-66C411740A9C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67" name="Рисунок 56">
              <a:extLst>
                <a:ext uri="{FF2B5EF4-FFF2-40B4-BE49-F238E27FC236}">
                  <a16:creationId xmlns:a16="http://schemas.microsoft.com/office/drawing/2014/main" id="{12E6E9C8-315E-9B7D-E1B1-EB9D5F7AD7C3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77" name="Полилиния: фигура 76">
                <a:extLst>
                  <a:ext uri="{FF2B5EF4-FFF2-40B4-BE49-F238E27FC236}">
                    <a16:creationId xmlns:a16="http://schemas.microsoft.com/office/drawing/2014/main" id="{E70D94EA-E768-6F70-DAAA-48285AEF3A05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78" name="Полилиния: фигура 77">
                <a:extLst>
                  <a:ext uri="{FF2B5EF4-FFF2-40B4-BE49-F238E27FC236}">
                    <a16:creationId xmlns:a16="http://schemas.microsoft.com/office/drawing/2014/main" id="{F6B99657-23D5-BD8F-400A-80D4557FDFFB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68" name="Рисунок 56">
              <a:extLst>
                <a:ext uri="{FF2B5EF4-FFF2-40B4-BE49-F238E27FC236}">
                  <a16:creationId xmlns:a16="http://schemas.microsoft.com/office/drawing/2014/main" id="{47D6D06C-06A2-95FA-3390-AE45C62FA070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75" name="Полилиния: фигура 74">
                <a:extLst>
                  <a:ext uri="{FF2B5EF4-FFF2-40B4-BE49-F238E27FC236}">
                    <a16:creationId xmlns:a16="http://schemas.microsoft.com/office/drawing/2014/main" id="{0B86737D-E6C0-6578-336B-08C45678D64B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76" name="Полилиния: фигура 75">
                <a:extLst>
                  <a:ext uri="{FF2B5EF4-FFF2-40B4-BE49-F238E27FC236}">
                    <a16:creationId xmlns:a16="http://schemas.microsoft.com/office/drawing/2014/main" id="{9A26E42F-0D0A-7C8A-7C4B-9D77B8C0A632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69" name="Рисунок 56">
              <a:extLst>
                <a:ext uri="{FF2B5EF4-FFF2-40B4-BE49-F238E27FC236}">
                  <a16:creationId xmlns:a16="http://schemas.microsoft.com/office/drawing/2014/main" id="{E6EF964B-9A7F-8BFE-4C7D-35D2D8B3BE70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73" name="Полилиния: фигура 72">
                <a:extLst>
                  <a:ext uri="{FF2B5EF4-FFF2-40B4-BE49-F238E27FC236}">
                    <a16:creationId xmlns:a16="http://schemas.microsoft.com/office/drawing/2014/main" id="{9AD2DA96-AA69-636E-6EF5-931956E12440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74" name="Полилиния: фигура 73">
                <a:extLst>
                  <a:ext uri="{FF2B5EF4-FFF2-40B4-BE49-F238E27FC236}">
                    <a16:creationId xmlns:a16="http://schemas.microsoft.com/office/drawing/2014/main" id="{28F878B7-23B5-40E2-4311-5DE3EE446512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70" name="Рисунок 56">
              <a:extLst>
                <a:ext uri="{FF2B5EF4-FFF2-40B4-BE49-F238E27FC236}">
                  <a16:creationId xmlns:a16="http://schemas.microsoft.com/office/drawing/2014/main" id="{A5ECE450-0D17-1520-F418-B0E90704EBB4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71" name="Полилиния: фигура 70">
                <a:extLst>
                  <a:ext uri="{FF2B5EF4-FFF2-40B4-BE49-F238E27FC236}">
                    <a16:creationId xmlns:a16="http://schemas.microsoft.com/office/drawing/2014/main" id="{5813CE46-6456-2F5B-5BE1-0BAD4ECBEEFC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72" name="Полилиния: фигура 71">
                <a:extLst>
                  <a:ext uri="{FF2B5EF4-FFF2-40B4-BE49-F238E27FC236}">
                    <a16:creationId xmlns:a16="http://schemas.microsoft.com/office/drawing/2014/main" id="{27C4D815-D4CA-2F1C-545E-9F0500FEC1C6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83" name="Title 1">
            <a:extLst>
              <a:ext uri="{FF2B5EF4-FFF2-40B4-BE49-F238E27FC236}">
                <a16:creationId xmlns:a16="http://schemas.microsoft.com/office/drawing/2014/main" id="{1E17717F-9A0D-5EE7-0DB6-2D4D27F83B3B}"/>
              </a:ext>
            </a:extLst>
          </p:cNvPr>
          <p:cNvSpPr txBox="1">
            <a:spLocks/>
          </p:cNvSpPr>
          <p:nvPr userDrawn="1"/>
        </p:nvSpPr>
        <p:spPr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250" normalizeH="0" baseline="0" noProof="0" dirty="0">
                <a:ln>
                  <a:noFill/>
                </a:ln>
                <a:solidFill>
                  <a:srgbClr val="8291A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ВМЕСТЕ СОЗДАЁМ БУДУЩЕЕ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BC8623-83CF-E1F5-5360-4E1653EE534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 kern="1200" dirty="0">
                <a:solidFill>
                  <a:srgbClr val="706F6F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ru-RU" dirty="0"/>
              <a:t>Название презентации</a:t>
            </a:r>
            <a:br>
              <a:rPr lang="ru-RU" dirty="0"/>
            </a:br>
            <a:r>
              <a:rPr lang="ru-RU" dirty="0"/>
              <a:t>может быть набрано в две </a:t>
            </a:r>
            <a:br>
              <a:rPr lang="ru-RU" dirty="0"/>
            </a:br>
            <a:r>
              <a:rPr lang="ru-RU" dirty="0"/>
              <a:t>или три строки (32 </a:t>
            </a:r>
            <a:r>
              <a:rPr lang="ru-RU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5" name="Текст 33">
            <a:extLst>
              <a:ext uri="{FF2B5EF4-FFF2-40B4-BE49-F238E27FC236}">
                <a16:creationId xmlns:a16="http://schemas.microsoft.com/office/drawing/2014/main" id="{3858DD5E-7A93-DE8B-CE53-8871D4756E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87600" y="3419864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 panose="020B06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Выступающий Фамилия И.О. | дата выступления</a:t>
            </a:r>
          </a:p>
        </p:txBody>
      </p:sp>
    </p:spTree>
    <p:extLst>
      <p:ext uri="{BB962C8B-B14F-4D97-AF65-F5344CB8AC3E}">
        <p14:creationId xmlns:p14="http://schemas.microsoft.com/office/powerpoint/2010/main" val="17404714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9">
          <p15:clr>
            <a:srgbClr val="FBAE40"/>
          </p15:clr>
        </p15:guide>
        <p15:guide id="2" pos="46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Обложка ИТ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Рисунок 60">
            <a:extLst>
              <a:ext uri="{FF2B5EF4-FFF2-40B4-BE49-F238E27FC236}">
                <a16:creationId xmlns:a16="http://schemas.microsoft.com/office/drawing/2014/main" id="{664CEAF4-F143-B6D4-1AC0-5D9E1686872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8497902" y="3338185"/>
            <a:ext cx="4833821" cy="4833816"/>
          </a:xfrm>
          <a:prstGeom prst="rect">
            <a:avLst/>
          </a:prstGeom>
        </p:spPr>
      </p:pic>
      <p:pic>
        <p:nvPicPr>
          <p:cNvPr id="60" name="Рисунок 59">
            <a:extLst>
              <a:ext uri="{FF2B5EF4-FFF2-40B4-BE49-F238E27FC236}">
                <a16:creationId xmlns:a16="http://schemas.microsoft.com/office/drawing/2014/main" id="{A9BC37A9-5F14-8C61-DECA-ED7BF6C1760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7200000">
            <a:off x="1025785" y="812650"/>
            <a:ext cx="4080016" cy="4080012"/>
          </a:xfrm>
          <a:prstGeom prst="rect">
            <a:avLst/>
          </a:prstGeom>
        </p:spPr>
      </p:pic>
      <p:pic>
        <p:nvPicPr>
          <p:cNvPr id="58" name="Рисунок 57">
            <a:extLst>
              <a:ext uri="{FF2B5EF4-FFF2-40B4-BE49-F238E27FC236}">
                <a16:creationId xmlns:a16="http://schemas.microsoft.com/office/drawing/2014/main" id="{3F09465F-500C-2179-ADA3-9C6E9B38D096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3068016" y="3058145"/>
            <a:ext cx="6857999" cy="741710"/>
          </a:xfrm>
          <a:prstGeom prst="rect">
            <a:avLst/>
          </a:prstGeom>
        </p:spPr>
      </p:pic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8553740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8" name="Слайд think-cell" r:id="rId7" imgW="383" imgH="384" progId="TCLayout.ActiveDocument.1">
                  <p:embed/>
                </p:oleObj>
              </mc:Choice>
              <mc:Fallback>
                <p:oleObj name="Слайд think-cell" r:id="rId7" imgW="383" imgH="384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503030702020504" pitchFamily="34" charset="0"/>
            </a:endParaRPr>
          </a:p>
        </p:txBody>
      </p:sp>
      <p:sp>
        <p:nvSpPr>
          <p:cNvPr id="4" name="Полилиния: фигура 3">
            <a:extLst>
              <a:ext uri="{FF2B5EF4-FFF2-40B4-BE49-F238E27FC236}">
                <a16:creationId xmlns:a16="http://schemas.microsoft.com/office/drawing/2014/main" id="{035DE222-BB13-BE43-A31F-82690ACC4B30}"/>
              </a:ext>
            </a:extLst>
          </p:cNvPr>
          <p:cNvSpPr/>
          <p:nvPr userDrawn="1"/>
        </p:nvSpPr>
        <p:spPr>
          <a:xfrm rot="2053506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4D9DEBCD-DB6E-FECE-B517-4603B6EA1C83}"/>
              </a:ext>
            </a:extLst>
          </p:cNvPr>
          <p:cNvSpPr/>
          <p:nvPr userDrawn="1"/>
        </p:nvSpPr>
        <p:spPr>
          <a:xfrm>
            <a:off x="3219450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70DE8F92-FE46-7860-C0F0-555CA8179E61}"/>
              </a:ext>
            </a:extLst>
          </p:cNvPr>
          <p:cNvSpPr/>
          <p:nvPr userDrawn="1"/>
        </p:nvSpPr>
        <p:spPr>
          <a:xfrm>
            <a:off x="12174764" y="2895599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21DF0F0-54E1-1EBD-5BC1-CDB90FE3603C}"/>
              </a:ext>
            </a:extLst>
          </p:cNvPr>
          <p:cNvSpPr txBox="1">
            <a:spLocks/>
          </p:cNvSpPr>
          <p:nvPr userDrawn="1"/>
        </p:nvSpPr>
        <p:spPr>
          <a:xfrm>
            <a:off x="2402922" y="367696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B24C33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Институт технологий управления</a:t>
            </a:r>
          </a:p>
        </p:txBody>
      </p:sp>
      <p:grpSp>
        <p:nvGrpSpPr>
          <p:cNvPr id="28" name="Группа 27">
            <a:extLst>
              <a:ext uri="{FF2B5EF4-FFF2-40B4-BE49-F238E27FC236}">
                <a16:creationId xmlns:a16="http://schemas.microsoft.com/office/drawing/2014/main" id="{78FD2DCD-F856-6771-E161-32D6B19DC15D}"/>
              </a:ext>
            </a:extLst>
          </p:cNvPr>
          <p:cNvGrpSpPr/>
          <p:nvPr userDrawn="1"/>
        </p:nvGrpSpPr>
        <p:grpSpPr>
          <a:xfrm>
            <a:off x="9620249" y="530559"/>
            <a:ext cx="2022129" cy="1417607"/>
            <a:chOff x="4091278" y="2349598"/>
            <a:chExt cx="3638550" cy="2550794"/>
          </a:xfrm>
          <a:solidFill>
            <a:srgbClr val="B24C33"/>
          </a:solidFill>
        </p:grpSpPr>
        <p:sp>
          <p:nvSpPr>
            <p:cNvPr id="30" name="Полилиния: фигура 29">
              <a:extLst>
                <a:ext uri="{FF2B5EF4-FFF2-40B4-BE49-F238E27FC236}">
                  <a16:creationId xmlns:a16="http://schemas.microsoft.com/office/drawing/2014/main" id="{762FADF1-A76E-64E6-8343-5B63769B196D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Полилиния: фигура 30">
              <a:extLst>
                <a:ext uri="{FF2B5EF4-FFF2-40B4-BE49-F238E27FC236}">
                  <a16:creationId xmlns:a16="http://schemas.microsoft.com/office/drawing/2014/main" id="{D7F0359E-5FFF-42C2-1C1E-507CB98238D8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37" name="Рисунок 56">
              <a:extLst>
                <a:ext uri="{FF2B5EF4-FFF2-40B4-BE49-F238E27FC236}">
                  <a16:creationId xmlns:a16="http://schemas.microsoft.com/office/drawing/2014/main" id="{D72BDED1-DCBF-8168-30FA-AD9BDF1F7074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4" name="Полилиния: фигура 53">
                <a:extLst>
                  <a:ext uri="{FF2B5EF4-FFF2-40B4-BE49-F238E27FC236}">
                    <a16:creationId xmlns:a16="http://schemas.microsoft.com/office/drawing/2014/main" id="{E39386B3-7BAA-1369-94D2-F47CD4BF0292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5" name="Полилиния: фигура 54">
                <a:extLst>
                  <a:ext uri="{FF2B5EF4-FFF2-40B4-BE49-F238E27FC236}">
                    <a16:creationId xmlns:a16="http://schemas.microsoft.com/office/drawing/2014/main" id="{F01218E8-AE6C-BEE0-A0F8-2559D7B402A5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Рисунок 56">
              <a:extLst>
                <a:ext uri="{FF2B5EF4-FFF2-40B4-BE49-F238E27FC236}">
                  <a16:creationId xmlns:a16="http://schemas.microsoft.com/office/drawing/2014/main" id="{6397F165-7074-F364-8E76-55893E561412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52" name="Полилиния: фигура 51">
                <a:extLst>
                  <a:ext uri="{FF2B5EF4-FFF2-40B4-BE49-F238E27FC236}">
                    <a16:creationId xmlns:a16="http://schemas.microsoft.com/office/drawing/2014/main" id="{D2D7EA88-8169-A73D-410D-2C35384FB6A0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>
                <a:extLst>
                  <a:ext uri="{FF2B5EF4-FFF2-40B4-BE49-F238E27FC236}">
                    <a16:creationId xmlns:a16="http://schemas.microsoft.com/office/drawing/2014/main" id="{84920668-DA9C-B48D-540B-9C440B6BDFE2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39" name="Полилиния: фигура 38">
              <a:extLst>
                <a:ext uri="{FF2B5EF4-FFF2-40B4-BE49-F238E27FC236}">
                  <a16:creationId xmlns:a16="http://schemas.microsoft.com/office/drawing/2014/main" id="{FA5A7285-2ED3-F015-E780-72179A19B342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40" name="Рисунок 56">
              <a:extLst>
                <a:ext uri="{FF2B5EF4-FFF2-40B4-BE49-F238E27FC236}">
                  <a16:creationId xmlns:a16="http://schemas.microsoft.com/office/drawing/2014/main" id="{ADF37010-3850-D433-35A8-B76AB0A0E56F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50" name="Полилиния: фигура 49">
                <a:extLst>
                  <a:ext uri="{FF2B5EF4-FFF2-40B4-BE49-F238E27FC236}">
                    <a16:creationId xmlns:a16="http://schemas.microsoft.com/office/drawing/2014/main" id="{9555581F-0B85-F94E-D53E-C184ABE39F4C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>
                <a:extLst>
                  <a:ext uri="{FF2B5EF4-FFF2-40B4-BE49-F238E27FC236}">
                    <a16:creationId xmlns:a16="http://schemas.microsoft.com/office/drawing/2014/main" id="{DDE85D91-7B51-8397-D32D-5CE2E6FD7C33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41" name="Рисунок 56">
              <a:extLst>
                <a:ext uri="{FF2B5EF4-FFF2-40B4-BE49-F238E27FC236}">
                  <a16:creationId xmlns:a16="http://schemas.microsoft.com/office/drawing/2014/main" id="{73E057D0-A35E-6E71-ABCD-B6303315B993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8" name="Полилиния: фигура 47">
                <a:extLst>
                  <a:ext uri="{FF2B5EF4-FFF2-40B4-BE49-F238E27FC236}">
                    <a16:creationId xmlns:a16="http://schemas.microsoft.com/office/drawing/2014/main" id="{1193601B-3533-62B8-3F5F-1A095F167B6A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>
                <a:extLst>
                  <a:ext uri="{FF2B5EF4-FFF2-40B4-BE49-F238E27FC236}">
                    <a16:creationId xmlns:a16="http://schemas.microsoft.com/office/drawing/2014/main" id="{20F09B02-7770-7B18-C264-D2E0F8A38BEC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42" name="Рисунок 56">
              <a:extLst>
                <a:ext uri="{FF2B5EF4-FFF2-40B4-BE49-F238E27FC236}">
                  <a16:creationId xmlns:a16="http://schemas.microsoft.com/office/drawing/2014/main" id="{2193E331-8228-42D9-7E11-4C6EC5C08618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46" name="Полилиния: фигура 45">
                <a:extLst>
                  <a:ext uri="{FF2B5EF4-FFF2-40B4-BE49-F238E27FC236}">
                    <a16:creationId xmlns:a16="http://schemas.microsoft.com/office/drawing/2014/main" id="{65380D3A-8338-5E85-9560-423E42D18AFF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>
                <a:extLst>
                  <a:ext uri="{FF2B5EF4-FFF2-40B4-BE49-F238E27FC236}">
                    <a16:creationId xmlns:a16="http://schemas.microsoft.com/office/drawing/2014/main" id="{80F0DF64-50EC-4FF5-9F55-604840E5BDB4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43" name="Рисунок 56">
              <a:extLst>
                <a:ext uri="{FF2B5EF4-FFF2-40B4-BE49-F238E27FC236}">
                  <a16:creationId xmlns:a16="http://schemas.microsoft.com/office/drawing/2014/main" id="{42B3A5CC-6022-DB3D-A170-1F19DD216274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44" name="Полилиния: фигура 43">
                <a:extLst>
                  <a:ext uri="{FF2B5EF4-FFF2-40B4-BE49-F238E27FC236}">
                    <a16:creationId xmlns:a16="http://schemas.microsoft.com/office/drawing/2014/main" id="{4317D5F5-8A81-9B4E-AC8D-6FCEC27F72AB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5" name="Полилиния: фигура 44">
                <a:extLst>
                  <a:ext uri="{FF2B5EF4-FFF2-40B4-BE49-F238E27FC236}">
                    <a16:creationId xmlns:a16="http://schemas.microsoft.com/office/drawing/2014/main" id="{2064BE72-A312-B0CD-280D-55EF64867024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56" name="Title 1">
            <a:extLst>
              <a:ext uri="{FF2B5EF4-FFF2-40B4-BE49-F238E27FC236}">
                <a16:creationId xmlns:a16="http://schemas.microsoft.com/office/drawing/2014/main" id="{6EB73A8B-8716-0054-F97A-E182B4B648E3}"/>
              </a:ext>
            </a:extLst>
          </p:cNvPr>
          <p:cNvSpPr txBox="1">
            <a:spLocks/>
          </p:cNvSpPr>
          <p:nvPr userDrawn="1"/>
        </p:nvSpPr>
        <p:spPr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250" normalizeH="0" baseline="0" noProof="0" dirty="0">
                <a:ln>
                  <a:noFill/>
                </a:ln>
                <a:solidFill>
                  <a:srgbClr val="8291A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ВМЕСТЕ СОЗДАЁМ БУДУЩЕЕ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19CD7F-6222-FD91-8120-A8CBF738855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 kern="1200" dirty="0">
                <a:solidFill>
                  <a:srgbClr val="B24C33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ru-RU" dirty="0"/>
              <a:t>Название презентации</a:t>
            </a:r>
            <a:br>
              <a:rPr lang="ru-RU" dirty="0"/>
            </a:br>
            <a:r>
              <a:rPr lang="ru-RU" dirty="0"/>
              <a:t>может быть набрано в две </a:t>
            </a:r>
            <a:br>
              <a:rPr lang="ru-RU" dirty="0"/>
            </a:br>
            <a:r>
              <a:rPr lang="ru-RU" dirty="0"/>
              <a:t>или три строки (32 </a:t>
            </a:r>
            <a:r>
              <a:rPr lang="ru-RU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6" name="Текст 33">
            <a:extLst>
              <a:ext uri="{FF2B5EF4-FFF2-40B4-BE49-F238E27FC236}">
                <a16:creationId xmlns:a16="http://schemas.microsoft.com/office/drawing/2014/main" id="{651A753A-3D3A-47AA-3B65-BA419297A6E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87600" y="3419864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 panose="020B06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Выступающий Фамилия И.О. | дата выступления</a:t>
            </a:r>
          </a:p>
        </p:txBody>
      </p:sp>
    </p:spTree>
    <p:extLst>
      <p:ext uri="{BB962C8B-B14F-4D97-AF65-F5344CB8AC3E}">
        <p14:creationId xmlns:p14="http://schemas.microsoft.com/office/powerpoint/2010/main" val="9473369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9">
          <p15:clr>
            <a:srgbClr val="FBAE40"/>
          </p15:clr>
        </p15:guide>
        <p15:guide id="2" pos="46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ИТХ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4FAD4F0F-172C-D0FF-CEF0-506C2C6493C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1154971">
            <a:off x="8460478" y="3361329"/>
            <a:ext cx="4768720" cy="4768720"/>
          </a:xfrm>
          <a:prstGeom prst="rect">
            <a:avLst/>
          </a:prstGeom>
        </p:spPr>
      </p:pic>
      <p:pic>
        <p:nvPicPr>
          <p:cNvPr id="56" name="Рисунок 55">
            <a:extLst>
              <a:ext uri="{FF2B5EF4-FFF2-40B4-BE49-F238E27FC236}">
                <a16:creationId xmlns:a16="http://schemas.microsoft.com/office/drawing/2014/main" id="{9AAAB40B-DB46-D6B3-6DA6-8A6EA773CDE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7948498">
            <a:off x="979623" y="809711"/>
            <a:ext cx="4091425" cy="4091425"/>
          </a:xfrm>
          <a:prstGeom prst="rect">
            <a:avLst/>
          </a:prstGeom>
        </p:spPr>
      </p:pic>
      <p:pic>
        <p:nvPicPr>
          <p:cNvPr id="54" name="Рисунок 53">
            <a:extLst>
              <a:ext uri="{FF2B5EF4-FFF2-40B4-BE49-F238E27FC236}">
                <a16:creationId xmlns:a16="http://schemas.microsoft.com/office/drawing/2014/main" id="{5552AE96-4DF5-18C1-977F-98183C05DBA4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3080722" y="3055582"/>
            <a:ext cx="6880621" cy="746838"/>
          </a:xfrm>
          <a:prstGeom prst="rect">
            <a:avLst/>
          </a:prstGeom>
        </p:spPr>
      </p:pic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8553740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2" name="Слайд think-cell" r:id="rId7" imgW="383" imgH="384" progId="TCLayout.ActiveDocument.1">
                  <p:embed/>
                </p:oleObj>
              </mc:Choice>
              <mc:Fallback>
                <p:oleObj name="Слайд think-cell" r:id="rId7" imgW="383" imgH="384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503030702020504" pitchFamily="34" charset="0"/>
            </a:endParaRPr>
          </a:p>
        </p:txBody>
      </p:sp>
      <p:sp>
        <p:nvSpPr>
          <p:cNvPr id="12" name="Полилиния: фигура 11">
            <a:extLst>
              <a:ext uri="{FF2B5EF4-FFF2-40B4-BE49-F238E27FC236}">
                <a16:creationId xmlns:a16="http://schemas.microsoft.com/office/drawing/2014/main" id="{5F4A67D4-DA12-253F-563B-8867E8FA1545}"/>
              </a:ext>
            </a:extLst>
          </p:cNvPr>
          <p:cNvSpPr/>
          <p:nvPr userDrawn="1"/>
        </p:nvSpPr>
        <p:spPr>
          <a:xfrm rot="2053506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3868D50A-7403-6E32-0D3B-037C67EE4E0D}"/>
              </a:ext>
            </a:extLst>
          </p:cNvPr>
          <p:cNvSpPr/>
          <p:nvPr userDrawn="1"/>
        </p:nvSpPr>
        <p:spPr>
          <a:xfrm>
            <a:off x="3219450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C3E5A68-E821-7099-73BC-FFE41C5C7D0A}"/>
              </a:ext>
            </a:extLst>
          </p:cNvPr>
          <p:cNvSpPr/>
          <p:nvPr userDrawn="1"/>
        </p:nvSpPr>
        <p:spPr>
          <a:xfrm>
            <a:off x="12174764" y="2895599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BC19206-9BDD-58AA-4DF0-442750CAF1EC}"/>
              </a:ext>
            </a:extLst>
          </p:cNvPr>
          <p:cNvSpPr txBox="1">
            <a:spLocks/>
          </p:cNvSpPr>
          <p:nvPr userDrawn="1"/>
        </p:nvSpPr>
        <p:spPr>
          <a:xfrm>
            <a:off x="2402922" y="154725"/>
            <a:ext cx="7202131" cy="699404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E9B62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Институт перспективных технологий </a:t>
            </a:r>
            <a:b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E9B62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</a:b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E9B62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и индустриального программирования</a:t>
            </a:r>
          </a:p>
        </p:txBody>
      </p: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44CDB3DB-7051-27CE-6F9D-F28892F7610A}"/>
              </a:ext>
            </a:extLst>
          </p:cNvPr>
          <p:cNvGrpSpPr/>
          <p:nvPr userDrawn="1"/>
        </p:nvGrpSpPr>
        <p:grpSpPr>
          <a:xfrm>
            <a:off x="9620249" y="530559"/>
            <a:ext cx="2022129" cy="1417607"/>
            <a:chOff x="4091278" y="2349598"/>
            <a:chExt cx="3638550" cy="2550794"/>
          </a:xfrm>
          <a:solidFill>
            <a:srgbClr val="E9B622"/>
          </a:solidFill>
        </p:grpSpPr>
        <p:sp>
          <p:nvSpPr>
            <p:cNvPr id="23" name="Полилиния: фигура 22">
              <a:extLst>
                <a:ext uri="{FF2B5EF4-FFF2-40B4-BE49-F238E27FC236}">
                  <a16:creationId xmlns:a16="http://schemas.microsoft.com/office/drawing/2014/main" id="{A9898255-E13A-1402-27EE-63F163E33270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E9B6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Полилиния: фигура 23">
              <a:extLst>
                <a:ext uri="{FF2B5EF4-FFF2-40B4-BE49-F238E27FC236}">
                  <a16:creationId xmlns:a16="http://schemas.microsoft.com/office/drawing/2014/main" id="{68777E3C-5118-1051-3C21-C4CAA5D56D50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E9B6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25" name="Рисунок 56">
              <a:extLst>
                <a:ext uri="{FF2B5EF4-FFF2-40B4-BE49-F238E27FC236}">
                  <a16:creationId xmlns:a16="http://schemas.microsoft.com/office/drawing/2014/main" id="{A538CFA9-7E83-8529-08EA-304C853EA8E7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0" name="Полилиния: фигура 49">
                <a:extLst>
                  <a:ext uri="{FF2B5EF4-FFF2-40B4-BE49-F238E27FC236}">
                    <a16:creationId xmlns:a16="http://schemas.microsoft.com/office/drawing/2014/main" id="{A849CDD1-1ADD-08FF-2F18-C01A1AF3DBB7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B62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>
                <a:extLst>
                  <a:ext uri="{FF2B5EF4-FFF2-40B4-BE49-F238E27FC236}">
                    <a16:creationId xmlns:a16="http://schemas.microsoft.com/office/drawing/2014/main" id="{76E0A3E8-D694-FB09-E04E-C2CCF2C11A95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B62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Рисунок 56">
              <a:extLst>
                <a:ext uri="{FF2B5EF4-FFF2-40B4-BE49-F238E27FC236}">
                  <a16:creationId xmlns:a16="http://schemas.microsoft.com/office/drawing/2014/main" id="{D081DA66-E01E-04D9-7AA2-6FA7C36F5D86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48" name="Полилиния: фигура 47">
                <a:extLst>
                  <a:ext uri="{FF2B5EF4-FFF2-40B4-BE49-F238E27FC236}">
                    <a16:creationId xmlns:a16="http://schemas.microsoft.com/office/drawing/2014/main" id="{B78DBDAC-2DD3-32BC-FBC8-55F1652F12FE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B62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>
                <a:extLst>
                  <a:ext uri="{FF2B5EF4-FFF2-40B4-BE49-F238E27FC236}">
                    <a16:creationId xmlns:a16="http://schemas.microsoft.com/office/drawing/2014/main" id="{5774719E-6790-FF9B-4FA6-0C60D1457DF9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B62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27" name="Полилиния: фигура 26">
              <a:extLst>
                <a:ext uri="{FF2B5EF4-FFF2-40B4-BE49-F238E27FC236}">
                  <a16:creationId xmlns:a16="http://schemas.microsoft.com/office/drawing/2014/main" id="{914652A0-5FDF-7B65-4A3D-E24C112B6FB1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E9B6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31" name="Рисунок 56">
              <a:extLst>
                <a:ext uri="{FF2B5EF4-FFF2-40B4-BE49-F238E27FC236}">
                  <a16:creationId xmlns:a16="http://schemas.microsoft.com/office/drawing/2014/main" id="{D30ABBE7-CF23-B8DF-73A1-4E7A55C3758E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6" name="Полилиния: фигура 45">
                <a:extLst>
                  <a:ext uri="{FF2B5EF4-FFF2-40B4-BE49-F238E27FC236}">
                    <a16:creationId xmlns:a16="http://schemas.microsoft.com/office/drawing/2014/main" id="{A9AC6FAD-75C2-9ECB-E9DD-4DBF5605AB54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B62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>
                <a:extLst>
                  <a:ext uri="{FF2B5EF4-FFF2-40B4-BE49-F238E27FC236}">
                    <a16:creationId xmlns:a16="http://schemas.microsoft.com/office/drawing/2014/main" id="{1EEA9D47-7935-0D35-33EF-9194F8F68930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B62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37" name="Рисунок 56">
              <a:extLst>
                <a:ext uri="{FF2B5EF4-FFF2-40B4-BE49-F238E27FC236}">
                  <a16:creationId xmlns:a16="http://schemas.microsoft.com/office/drawing/2014/main" id="{9DCD1B72-01DE-B1CF-33DC-F324EDBB7BBE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4" name="Полилиния: фигура 43">
                <a:extLst>
                  <a:ext uri="{FF2B5EF4-FFF2-40B4-BE49-F238E27FC236}">
                    <a16:creationId xmlns:a16="http://schemas.microsoft.com/office/drawing/2014/main" id="{F2446202-329D-1D5F-3847-E5BC42B544BF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B62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5" name="Полилиния: фигура 44">
                <a:extLst>
                  <a:ext uri="{FF2B5EF4-FFF2-40B4-BE49-F238E27FC236}">
                    <a16:creationId xmlns:a16="http://schemas.microsoft.com/office/drawing/2014/main" id="{A1DFA365-DDD1-45BB-DD93-BB93E357448E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B62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Рисунок 56">
              <a:extLst>
                <a:ext uri="{FF2B5EF4-FFF2-40B4-BE49-F238E27FC236}">
                  <a16:creationId xmlns:a16="http://schemas.microsoft.com/office/drawing/2014/main" id="{BF794DA9-06AC-F6D3-BB3C-F86C495130E2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42" name="Полилиния: фигура 41">
                <a:extLst>
                  <a:ext uri="{FF2B5EF4-FFF2-40B4-BE49-F238E27FC236}">
                    <a16:creationId xmlns:a16="http://schemas.microsoft.com/office/drawing/2014/main" id="{54EE0139-4382-1C14-3447-40A72E57C7E4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B62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3" name="Полилиния: фигура 42">
                <a:extLst>
                  <a:ext uri="{FF2B5EF4-FFF2-40B4-BE49-F238E27FC236}">
                    <a16:creationId xmlns:a16="http://schemas.microsoft.com/office/drawing/2014/main" id="{F7F23FC0-20BD-EA20-A070-A2FD4D733AA1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B62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39" name="Рисунок 56">
              <a:extLst>
                <a:ext uri="{FF2B5EF4-FFF2-40B4-BE49-F238E27FC236}">
                  <a16:creationId xmlns:a16="http://schemas.microsoft.com/office/drawing/2014/main" id="{13805E5B-795F-C625-5B95-9AAED7A38CE2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40" name="Полилиния: фигура 39">
                <a:extLst>
                  <a:ext uri="{FF2B5EF4-FFF2-40B4-BE49-F238E27FC236}">
                    <a16:creationId xmlns:a16="http://schemas.microsoft.com/office/drawing/2014/main" id="{2AA18221-8D5E-49D1-1BCC-08ED338F1DF8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B62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1" name="Полилиния: фигура 40">
                <a:extLst>
                  <a:ext uri="{FF2B5EF4-FFF2-40B4-BE49-F238E27FC236}">
                    <a16:creationId xmlns:a16="http://schemas.microsoft.com/office/drawing/2014/main" id="{A83FFD88-E9CC-879C-C16B-A5B8419FA6FC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B62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AF20744F-EF6D-741D-F606-2D41876629B5}"/>
              </a:ext>
            </a:extLst>
          </p:cNvPr>
          <p:cNvSpPr txBox="1">
            <a:spLocks/>
          </p:cNvSpPr>
          <p:nvPr userDrawn="1"/>
        </p:nvSpPr>
        <p:spPr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250" normalizeH="0" baseline="0" noProof="0" dirty="0">
                <a:ln>
                  <a:noFill/>
                </a:ln>
                <a:solidFill>
                  <a:srgbClr val="8291A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ВМЕСТЕ СОЗДАЁМ БУДУЩЕЕ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553ADF-C58F-EB3C-9500-13D3B627F6B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 kern="1200" dirty="0">
                <a:solidFill>
                  <a:srgbClr val="E9B62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ru-RU" dirty="0"/>
              <a:t>Название презентации</a:t>
            </a:r>
            <a:br>
              <a:rPr lang="ru-RU" dirty="0"/>
            </a:br>
            <a:r>
              <a:rPr lang="ru-RU" dirty="0"/>
              <a:t>может быть набрано в две </a:t>
            </a:r>
            <a:br>
              <a:rPr lang="ru-RU" dirty="0"/>
            </a:br>
            <a:r>
              <a:rPr lang="ru-RU" dirty="0"/>
              <a:t>или три строки (32 </a:t>
            </a:r>
            <a:r>
              <a:rPr lang="ru-RU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5" name="Текст 33">
            <a:extLst>
              <a:ext uri="{FF2B5EF4-FFF2-40B4-BE49-F238E27FC236}">
                <a16:creationId xmlns:a16="http://schemas.microsoft.com/office/drawing/2014/main" id="{BBF1D60F-5F29-81E5-F4B0-63A1996A1EC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87600" y="3419864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 panose="020B06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Выступающий Фамилия И.О. | дата выступления</a:t>
            </a:r>
          </a:p>
        </p:txBody>
      </p:sp>
    </p:spTree>
    <p:extLst>
      <p:ext uri="{BB962C8B-B14F-4D97-AF65-F5344CB8AC3E}">
        <p14:creationId xmlns:p14="http://schemas.microsoft.com/office/powerpoint/2010/main" val="41545202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9">
          <p15:clr>
            <a:srgbClr val="FBAE40"/>
          </p15:clr>
        </p15:guide>
        <p15:guide id="2" pos="46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ИР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F641E6EE-5E61-5D7D-D696-692C7FACC44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8495717" y="3300804"/>
            <a:ext cx="4997470" cy="4997470"/>
          </a:xfrm>
          <a:prstGeom prst="rect">
            <a:avLst/>
          </a:prstGeom>
        </p:spPr>
      </p:pic>
      <p:pic>
        <p:nvPicPr>
          <p:cNvPr id="56" name="Рисунок 55">
            <a:extLst>
              <a:ext uri="{FF2B5EF4-FFF2-40B4-BE49-F238E27FC236}">
                <a16:creationId xmlns:a16="http://schemas.microsoft.com/office/drawing/2014/main" id="{387B2213-D2E2-B4F5-75B2-C89C33FBAB4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7200000">
            <a:off x="1043854" y="736186"/>
            <a:ext cx="4187311" cy="4187311"/>
          </a:xfrm>
          <a:prstGeom prst="rect">
            <a:avLst/>
          </a:prstGeom>
        </p:spPr>
      </p:pic>
      <p:pic>
        <p:nvPicPr>
          <p:cNvPr id="54" name="Рисунок 53">
            <a:extLst>
              <a:ext uri="{FF2B5EF4-FFF2-40B4-BE49-F238E27FC236}">
                <a16:creationId xmlns:a16="http://schemas.microsoft.com/office/drawing/2014/main" id="{9F6BCF51-28D7-F5A9-C2A4-C402B3DBBDD5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3088384" y="3067903"/>
            <a:ext cx="6877516" cy="741710"/>
          </a:xfrm>
          <a:prstGeom prst="rect">
            <a:avLst/>
          </a:prstGeom>
        </p:spPr>
      </p:pic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8553740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6" name="Слайд think-cell" r:id="rId7" imgW="383" imgH="384" progId="TCLayout.ActiveDocument.1">
                  <p:embed/>
                </p:oleObj>
              </mc:Choice>
              <mc:Fallback>
                <p:oleObj name="Слайд think-cell" r:id="rId7" imgW="383" imgH="384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503030702020504" pitchFamily="34" charset="0"/>
            </a:endParaRPr>
          </a:p>
        </p:txBody>
      </p:sp>
      <p:sp>
        <p:nvSpPr>
          <p:cNvPr id="12" name="Полилиния: фигура 11">
            <a:extLst>
              <a:ext uri="{FF2B5EF4-FFF2-40B4-BE49-F238E27FC236}">
                <a16:creationId xmlns:a16="http://schemas.microsoft.com/office/drawing/2014/main" id="{61F34425-2B9B-7576-1D4B-7E9089CAC304}"/>
              </a:ext>
            </a:extLst>
          </p:cNvPr>
          <p:cNvSpPr/>
          <p:nvPr userDrawn="1"/>
        </p:nvSpPr>
        <p:spPr>
          <a:xfrm rot="2053506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86E0B9BD-90CF-E2B9-01EC-9B7A2CC0B75A}"/>
              </a:ext>
            </a:extLst>
          </p:cNvPr>
          <p:cNvSpPr/>
          <p:nvPr userDrawn="1"/>
        </p:nvSpPr>
        <p:spPr>
          <a:xfrm>
            <a:off x="3219450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2DD34CE1-DCF7-5923-1BD3-773B9AE55735}"/>
              </a:ext>
            </a:extLst>
          </p:cNvPr>
          <p:cNvSpPr/>
          <p:nvPr userDrawn="1"/>
        </p:nvSpPr>
        <p:spPr>
          <a:xfrm>
            <a:off x="12174764" y="2895599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B5716BD1-87FE-E9F8-0865-2D45F9792D07}"/>
              </a:ext>
            </a:extLst>
          </p:cNvPr>
          <p:cNvSpPr txBox="1">
            <a:spLocks/>
          </p:cNvSpPr>
          <p:nvPr userDrawn="1"/>
        </p:nvSpPr>
        <p:spPr>
          <a:xfrm>
            <a:off x="2402922" y="287275"/>
            <a:ext cx="6011149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712073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Институт радиоэлектроники и информатики</a:t>
            </a:r>
          </a:p>
        </p:txBody>
      </p: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C29BC8FD-21F9-7746-24C1-CE03820FF63C}"/>
              </a:ext>
            </a:extLst>
          </p:cNvPr>
          <p:cNvGrpSpPr/>
          <p:nvPr userDrawn="1"/>
        </p:nvGrpSpPr>
        <p:grpSpPr>
          <a:xfrm>
            <a:off x="9620249" y="530559"/>
            <a:ext cx="2022129" cy="1417607"/>
            <a:chOff x="4091278" y="2349598"/>
            <a:chExt cx="3638550" cy="2550794"/>
          </a:xfrm>
          <a:solidFill>
            <a:srgbClr val="712073"/>
          </a:solidFill>
        </p:grpSpPr>
        <p:sp>
          <p:nvSpPr>
            <p:cNvPr id="24" name="Полилиния: фигура 23">
              <a:extLst>
                <a:ext uri="{FF2B5EF4-FFF2-40B4-BE49-F238E27FC236}">
                  <a16:creationId xmlns:a16="http://schemas.microsoft.com/office/drawing/2014/main" id="{484BA587-ABB9-2DF6-11CA-2AD0C79DF491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Полилиния: фигура 24">
              <a:extLst>
                <a:ext uri="{FF2B5EF4-FFF2-40B4-BE49-F238E27FC236}">
                  <a16:creationId xmlns:a16="http://schemas.microsoft.com/office/drawing/2014/main" id="{C82F02C8-74DB-5035-F932-BA0FA131E37F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26" name="Рисунок 56">
              <a:extLst>
                <a:ext uri="{FF2B5EF4-FFF2-40B4-BE49-F238E27FC236}">
                  <a16:creationId xmlns:a16="http://schemas.microsoft.com/office/drawing/2014/main" id="{D105393D-1D99-766C-0EBB-C221F206BC86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0" name="Полилиния: фигура 49">
                <a:extLst>
                  <a:ext uri="{FF2B5EF4-FFF2-40B4-BE49-F238E27FC236}">
                    <a16:creationId xmlns:a16="http://schemas.microsoft.com/office/drawing/2014/main" id="{4C67F5CA-4B3E-5439-AC51-B80612D84DE3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>
                <a:extLst>
                  <a:ext uri="{FF2B5EF4-FFF2-40B4-BE49-F238E27FC236}">
                    <a16:creationId xmlns:a16="http://schemas.microsoft.com/office/drawing/2014/main" id="{08AB1C84-9B07-8C64-06FD-E42238A45E8A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Рисунок 56">
              <a:extLst>
                <a:ext uri="{FF2B5EF4-FFF2-40B4-BE49-F238E27FC236}">
                  <a16:creationId xmlns:a16="http://schemas.microsoft.com/office/drawing/2014/main" id="{20935E08-03EE-61AA-B79E-886C88A2C9E0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48" name="Полилиния: фигура 47">
                <a:extLst>
                  <a:ext uri="{FF2B5EF4-FFF2-40B4-BE49-F238E27FC236}">
                    <a16:creationId xmlns:a16="http://schemas.microsoft.com/office/drawing/2014/main" id="{5C4E2BEE-96AD-FE93-5640-E6E59C5FF06F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>
                <a:extLst>
                  <a:ext uri="{FF2B5EF4-FFF2-40B4-BE49-F238E27FC236}">
                    <a16:creationId xmlns:a16="http://schemas.microsoft.com/office/drawing/2014/main" id="{D287E121-2256-6066-AA76-346E88712843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30" name="Полилиния: фигура 29">
              <a:extLst>
                <a:ext uri="{FF2B5EF4-FFF2-40B4-BE49-F238E27FC236}">
                  <a16:creationId xmlns:a16="http://schemas.microsoft.com/office/drawing/2014/main" id="{052E1F63-E928-26C3-8C36-9A78F808958F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31" name="Рисунок 56">
              <a:extLst>
                <a:ext uri="{FF2B5EF4-FFF2-40B4-BE49-F238E27FC236}">
                  <a16:creationId xmlns:a16="http://schemas.microsoft.com/office/drawing/2014/main" id="{73A40B1A-E581-1548-970E-88B0F42D50E6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6" name="Полилиния: фигура 45">
                <a:extLst>
                  <a:ext uri="{FF2B5EF4-FFF2-40B4-BE49-F238E27FC236}">
                    <a16:creationId xmlns:a16="http://schemas.microsoft.com/office/drawing/2014/main" id="{4A2F6FBF-4A4F-DB0B-997D-6B9F83295B9A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>
                <a:extLst>
                  <a:ext uri="{FF2B5EF4-FFF2-40B4-BE49-F238E27FC236}">
                    <a16:creationId xmlns:a16="http://schemas.microsoft.com/office/drawing/2014/main" id="{9393681F-E209-A75C-C070-0F1E9C91B7D0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37" name="Рисунок 56">
              <a:extLst>
                <a:ext uri="{FF2B5EF4-FFF2-40B4-BE49-F238E27FC236}">
                  <a16:creationId xmlns:a16="http://schemas.microsoft.com/office/drawing/2014/main" id="{FB24EB70-0178-3309-1602-02F4075905E6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4" name="Полилиния: фигура 43">
                <a:extLst>
                  <a:ext uri="{FF2B5EF4-FFF2-40B4-BE49-F238E27FC236}">
                    <a16:creationId xmlns:a16="http://schemas.microsoft.com/office/drawing/2014/main" id="{7702BCC0-8AC0-CC26-3B71-AB0BBECDFFB3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5" name="Полилиния: фигура 44">
                <a:extLst>
                  <a:ext uri="{FF2B5EF4-FFF2-40B4-BE49-F238E27FC236}">
                    <a16:creationId xmlns:a16="http://schemas.microsoft.com/office/drawing/2014/main" id="{4E3AB405-F569-6413-CA32-0274AC4567E9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Рисунок 56">
              <a:extLst>
                <a:ext uri="{FF2B5EF4-FFF2-40B4-BE49-F238E27FC236}">
                  <a16:creationId xmlns:a16="http://schemas.microsoft.com/office/drawing/2014/main" id="{3C9CD5D4-700C-2967-B318-B10808117A6B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42" name="Полилиния: фигура 41">
                <a:extLst>
                  <a:ext uri="{FF2B5EF4-FFF2-40B4-BE49-F238E27FC236}">
                    <a16:creationId xmlns:a16="http://schemas.microsoft.com/office/drawing/2014/main" id="{6ED70321-4513-4E58-5FF3-D3C2CD11E476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3" name="Полилиния: фигура 42">
                <a:extLst>
                  <a:ext uri="{FF2B5EF4-FFF2-40B4-BE49-F238E27FC236}">
                    <a16:creationId xmlns:a16="http://schemas.microsoft.com/office/drawing/2014/main" id="{17176626-7DE9-171D-F776-802FA9C30347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39" name="Рисунок 56">
              <a:extLst>
                <a:ext uri="{FF2B5EF4-FFF2-40B4-BE49-F238E27FC236}">
                  <a16:creationId xmlns:a16="http://schemas.microsoft.com/office/drawing/2014/main" id="{05D288FC-78BD-5CED-C4FF-A594A755CB02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40" name="Полилиния: фигура 39">
                <a:extLst>
                  <a:ext uri="{FF2B5EF4-FFF2-40B4-BE49-F238E27FC236}">
                    <a16:creationId xmlns:a16="http://schemas.microsoft.com/office/drawing/2014/main" id="{7656748B-E38E-D3F7-D9BD-98553182812A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1" name="Полилиния: фигура 40">
                <a:extLst>
                  <a:ext uri="{FF2B5EF4-FFF2-40B4-BE49-F238E27FC236}">
                    <a16:creationId xmlns:a16="http://schemas.microsoft.com/office/drawing/2014/main" id="{7B2A00FB-4565-8DCC-EA5B-E9A8B1FE357F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D3A1821E-17A8-11D1-DFED-D710D364F981}"/>
              </a:ext>
            </a:extLst>
          </p:cNvPr>
          <p:cNvSpPr txBox="1">
            <a:spLocks/>
          </p:cNvSpPr>
          <p:nvPr userDrawn="1"/>
        </p:nvSpPr>
        <p:spPr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250" normalizeH="0" baseline="0" noProof="0" dirty="0">
                <a:ln>
                  <a:noFill/>
                </a:ln>
                <a:solidFill>
                  <a:srgbClr val="8291A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ВМЕСТЕ СОЗДАЁМ БУДУЩЕЕ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EBDF59-2848-0EB2-4EB0-CE70CE20294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 kern="1200" dirty="0">
                <a:solidFill>
                  <a:srgbClr val="712073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ru-RU" dirty="0"/>
              <a:t>Название презентации</a:t>
            </a:r>
            <a:br>
              <a:rPr lang="ru-RU" dirty="0"/>
            </a:br>
            <a:r>
              <a:rPr lang="ru-RU" dirty="0"/>
              <a:t>может быть набрано в две </a:t>
            </a:r>
            <a:br>
              <a:rPr lang="ru-RU" dirty="0"/>
            </a:br>
            <a:r>
              <a:rPr lang="ru-RU" dirty="0"/>
              <a:t>или три строки (32 </a:t>
            </a:r>
            <a:r>
              <a:rPr lang="ru-RU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5" name="Текст 33">
            <a:extLst>
              <a:ext uri="{FF2B5EF4-FFF2-40B4-BE49-F238E27FC236}">
                <a16:creationId xmlns:a16="http://schemas.microsoft.com/office/drawing/2014/main" id="{A376E592-56D8-6E75-BB45-393E9D2BF65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87600" y="3419864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 panose="020B06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Выступающий Фамилия И.О. | дата выступления</a:t>
            </a:r>
          </a:p>
        </p:txBody>
      </p:sp>
    </p:spTree>
    <p:extLst>
      <p:ext uri="{BB962C8B-B14F-4D97-AF65-F5344CB8AC3E}">
        <p14:creationId xmlns:p14="http://schemas.microsoft.com/office/powerpoint/2010/main" val="5133995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9">
          <p15:clr>
            <a:srgbClr val="FBAE40"/>
          </p15:clr>
        </p15:guide>
        <p15:guide id="2" pos="46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Обложка ИК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Рисунок 55">
            <a:extLst>
              <a:ext uri="{FF2B5EF4-FFF2-40B4-BE49-F238E27FC236}">
                <a16:creationId xmlns:a16="http://schemas.microsoft.com/office/drawing/2014/main" id="{CC357728-1107-982E-1720-4FEEEC1C56C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7820768">
            <a:off x="1045770" y="815639"/>
            <a:ext cx="4110084" cy="4110080"/>
          </a:xfrm>
          <a:prstGeom prst="rect">
            <a:avLst/>
          </a:prstGeom>
        </p:spPr>
      </p:pic>
      <p:pic>
        <p:nvPicPr>
          <p:cNvPr id="60" name="Рисунок 59">
            <a:extLst>
              <a:ext uri="{FF2B5EF4-FFF2-40B4-BE49-F238E27FC236}">
                <a16:creationId xmlns:a16="http://schemas.microsoft.com/office/drawing/2014/main" id="{E9178CDB-BE4E-0B50-6818-E599D3B135A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8502883" y="3357693"/>
            <a:ext cx="4856283" cy="4856281"/>
          </a:xfrm>
          <a:prstGeom prst="rect">
            <a:avLst/>
          </a:prstGeom>
        </p:spPr>
      </p:pic>
      <p:pic>
        <p:nvPicPr>
          <p:cNvPr id="58" name="Рисунок 57">
            <a:extLst>
              <a:ext uri="{FF2B5EF4-FFF2-40B4-BE49-F238E27FC236}">
                <a16:creationId xmlns:a16="http://schemas.microsoft.com/office/drawing/2014/main" id="{104722A2-74AC-00F4-5D8D-E6D6F9B17D5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3071796" y="3058144"/>
            <a:ext cx="6858000" cy="741712"/>
          </a:xfrm>
          <a:prstGeom prst="rect">
            <a:avLst/>
          </a:prstGeom>
        </p:spPr>
      </p:pic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8553740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0" name="Слайд think-cell" r:id="rId7" imgW="383" imgH="384" progId="TCLayout.ActiveDocument.1">
                  <p:embed/>
                </p:oleObj>
              </mc:Choice>
              <mc:Fallback>
                <p:oleObj name="Слайд think-cell" r:id="rId7" imgW="383" imgH="384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503030702020504" pitchFamily="34" charset="0"/>
            </a:endParaRPr>
          </a:p>
        </p:txBody>
      </p:sp>
      <p:sp>
        <p:nvSpPr>
          <p:cNvPr id="7" name="Полилиния: фигура 6">
            <a:extLst>
              <a:ext uri="{FF2B5EF4-FFF2-40B4-BE49-F238E27FC236}">
                <a16:creationId xmlns:a16="http://schemas.microsoft.com/office/drawing/2014/main" id="{ED2E211F-BDCE-097A-80FB-547B32C98816}"/>
              </a:ext>
            </a:extLst>
          </p:cNvPr>
          <p:cNvSpPr/>
          <p:nvPr userDrawn="1"/>
        </p:nvSpPr>
        <p:spPr>
          <a:xfrm rot="2053506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F7FA030-DE53-C4A9-1A86-A8DA88495C71}"/>
              </a:ext>
            </a:extLst>
          </p:cNvPr>
          <p:cNvSpPr/>
          <p:nvPr userDrawn="1"/>
        </p:nvSpPr>
        <p:spPr>
          <a:xfrm>
            <a:off x="3219450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9991022C-F974-7F2E-2F53-C14C7F4954D0}"/>
              </a:ext>
            </a:extLst>
          </p:cNvPr>
          <p:cNvSpPr/>
          <p:nvPr userDrawn="1"/>
        </p:nvSpPr>
        <p:spPr>
          <a:xfrm>
            <a:off x="12174764" y="2895599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5B98F46-E2B9-3FC7-DDA4-37ACC0431281}"/>
              </a:ext>
            </a:extLst>
          </p:cNvPr>
          <p:cNvSpPr txBox="1">
            <a:spLocks/>
          </p:cNvSpPr>
          <p:nvPr userDrawn="1"/>
        </p:nvSpPr>
        <p:spPr>
          <a:xfrm>
            <a:off x="2402923" y="368869"/>
            <a:ext cx="3476768" cy="699404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006D8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Институт кибербезопасности и цифровых технологий</a:t>
            </a:r>
          </a:p>
        </p:txBody>
      </p: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E695F5D9-44C1-3B60-615E-CFC891B9F261}"/>
              </a:ext>
            </a:extLst>
          </p:cNvPr>
          <p:cNvGrpSpPr/>
          <p:nvPr userDrawn="1"/>
        </p:nvGrpSpPr>
        <p:grpSpPr>
          <a:xfrm>
            <a:off x="9620249" y="530559"/>
            <a:ext cx="2022129" cy="1417607"/>
            <a:chOff x="4091278" y="2349598"/>
            <a:chExt cx="3638550" cy="2550794"/>
          </a:xfrm>
          <a:solidFill>
            <a:srgbClr val="006D81"/>
          </a:solidFill>
        </p:grpSpPr>
        <p:sp>
          <p:nvSpPr>
            <p:cNvPr id="19" name="Полилиния: фигура 18">
              <a:extLst>
                <a:ext uri="{FF2B5EF4-FFF2-40B4-BE49-F238E27FC236}">
                  <a16:creationId xmlns:a16="http://schemas.microsoft.com/office/drawing/2014/main" id="{C79C2545-29FF-13DC-A65B-19AA811039C5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Полилиния: фигура 19">
              <a:extLst>
                <a:ext uri="{FF2B5EF4-FFF2-40B4-BE49-F238E27FC236}">
                  <a16:creationId xmlns:a16="http://schemas.microsoft.com/office/drawing/2014/main" id="{60B08617-615B-3ABE-6A74-081501EC3C9A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21" name="Рисунок 56">
              <a:extLst>
                <a:ext uri="{FF2B5EF4-FFF2-40B4-BE49-F238E27FC236}">
                  <a16:creationId xmlns:a16="http://schemas.microsoft.com/office/drawing/2014/main" id="{F4368F59-0108-D04D-1716-A83FC54A6A2C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2" name="Полилиния: фигура 51">
                <a:extLst>
                  <a:ext uri="{FF2B5EF4-FFF2-40B4-BE49-F238E27FC236}">
                    <a16:creationId xmlns:a16="http://schemas.microsoft.com/office/drawing/2014/main" id="{7DADD4D8-5099-9617-34F0-96F4F38E6D16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>
                <a:extLst>
                  <a:ext uri="{FF2B5EF4-FFF2-40B4-BE49-F238E27FC236}">
                    <a16:creationId xmlns:a16="http://schemas.microsoft.com/office/drawing/2014/main" id="{CDF60C9C-4E91-BE00-438C-E4CEAA36CBA5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Рисунок 56">
              <a:extLst>
                <a:ext uri="{FF2B5EF4-FFF2-40B4-BE49-F238E27FC236}">
                  <a16:creationId xmlns:a16="http://schemas.microsoft.com/office/drawing/2014/main" id="{D9B4FF06-310F-AE66-AE11-ACA8C9AD101C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50" name="Полилиния: фигура 49">
                <a:extLst>
                  <a:ext uri="{FF2B5EF4-FFF2-40B4-BE49-F238E27FC236}">
                    <a16:creationId xmlns:a16="http://schemas.microsoft.com/office/drawing/2014/main" id="{EE1E08A2-DD1B-DDDE-CAAA-241A1E86EA5C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>
                <a:extLst>
                  <a:ext uri="{FF2B5EF4-FFF2-40B4-BE49-F238E27FC236}">
                    <a16:creationId xmlns:a16="http://schemas.microsoft.com/office/drawing/2014/main" id="{3B62BDB4-89A2-8C10-81AA-998F517A2E79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24" name="Полилиния: фигура 23">
              <a:extLst>
                <a:ext uri="{FF2B5EF4-FFF2-40B4-BE49-F238E27FC236}">
                  <a16:creationId xmlns:a16="http://schemas.microsoft.com/office/drawing/2014/main" id="{C8C24985-F865-D103-1F8F-D46BAA92B550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25" name="Рисунок 56">
              <a:extLst>
                <a:ext uri="{FF2B5EF4-FFF2-40B4-BE49-F238E27FC236}">
                  <a16:creationId xmlns:a16="http://schemas.microsoft.com/office/drawing/2014/main" id="{C4652D0E-9DF3-BA1C-DE91-DAD60C9F1430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8" name="Полилиния: фигура 47">
                <a:extLst>
                  <a:ext uri="{FF2B5EF4-FFF2-40B4-BE49-F238E27FC236}">
                    <a16:creationId xmlns:a16="http://schemas.microsoft.com/office/drawing/2014/main" id="{93006A27-860F-248F-9814-8512773B0DEC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>
                <a:extLst>
                  <a:ext uri="{FF2B5EF4-FFF2-40B4-BE49-F238E27FC236}">
                    <a16:creationId xmlns:a16="http://schemas.microsoft.com/office/drawing/2014/main" id="{A9733C3A-E31B-0594-3DD4-0527A6826B10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Рисунок 56">
              <a:extLst>
                <a:ext uri="{FF2B5EF4-FFF2-40B4-BE49-F238E27FC236}">
                  <a16:creationId xmlns:a16="http://schemas.microsoft.com/office/drawing/2014/main" id="{05B77A01-23DE-7A1F-3638-E0813202AF35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6" name="Полилиния: фигура 45">
                <a:extLst>
                  <a:ext uri="{FF2B5EF4-FFF2-40B4-BE49-F238E27FC236}">
                    <a16:creationId xmlns:a16="http://schemas.microsoft.com/office/drawing/2014/main" id="{342378B2-8AE3-A9DF-7867-251050A1759A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>
                <a:extLst>
                  <a:ext uri="{FF2B5EF4-FFF2-40B4-BE49-F238E27FC236}">
                    <a16:creationId xmlns:a16="http://schemas.microsoft.com/office/drawing/2014/main" id="{5E49CF6E-6F4D-EE30-901E-E10F3773A209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Рисунок 56">
              <a:extLst>
                <a:ext uri="{FF2B5EF4-FFF2-40B4-BE49-F238E27FC236}">
                  <a16:creationId xmlns:a16="http://schemas.microsoft.com/office/drawing/2014/main" id="{44479FC0-E90C-DA10-9A9B-6ACFDC267067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37" name="Полилиния: фигура 36">
                <a:extLst>
                  <a:ext uri="{FF2B5EF4-FFF2-40B4-BE49-F238E27FC236}">
                    <a16:creationId xmlns:a16="http://schemas.microsoft.com/office/drawing/2014/main" id="{8005DDCD-971A-276A-0FEA-6D451E511519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" name="Полилиния: фигура 43">
                <a:extLst>
                  <a:ext uri="{FF2B5EF4-FFF2-40B4-BE49-F238E27FC236}">
                    <a16:creationId xmlns:a16="http://schemas.microsoft.com/office/drawing/2014/main" id="{5D978D67-6A25-BDE4-D9A0-B053B9D685CD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8" name="Рисунок 56">
              <a:extLst>
                <a:ext uri="{FF2B5EF4-FFF2-40B4-BE49-F238E27FC236}">
                  <a16:creationId xmlns:a16="http://schemas.microsoft.com/office/drawing/2014/main" id="{479A0604-6FE9-EEDA-46A5-D02D0FEB0791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30" name="Полилиния: фигура 29">
                <a:extLst>
                  <a:ext uri="{FF2B5EF4-FFF2-40B4-BE49-F238E27FC236}">
                    <a16:creationId xmlns:a16="http://schemas.microsoft.com/office/drawing/2014/main" id="{411DCD52-C7F6-B252-176F-1A8AD8457E69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1" name="Полилиния: фигура 30">
                <a:extLst>
                  <a:ext uri="{FF2B5EF4-FFF2-40B4-BE49-F238E27FC236}">
                    <a16:creationId xmlns:a16="http://schemas.microsoft.com/office/drawing/2014/main" id="{F125F088-BCB1-B90A-5B08-496F34B06683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54" name="Title 1">
            <a:extLst>
              <a:ext uri="{FF2B5EF4-FFF2-40B4-BE49-F238E27FC236}">
                <a16:creationId xmlns:a16="http://schemas.microsoft.com/office/drawing/2014/main" id="{BD488EE1-A7E2-B85A-3B52-F3A3E06554F9}"/>
              </a:ext>
            </a:extLst>
          </p:cNvPr>
          <p:cNvSpPr txBox="1">
            <a:spLocks/>
          </p:cNvSpPr>
          <p:nvPr userDrawn="1"/>
        </p:nvSpPr>
        <p:spPr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250" normalizeH="0" baseline="0" noProof="0" dirty="0">
                <a:ln>
                  <a:noFill/>
                </a:ln>
                <a:solidFill>
                  <a:srgbClr val="8291A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ВМЕСТЕ СОЗДАЁМ БУДУЩЕЕ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49C968-B4CD-BBE7-1E70-C9BB8CC5BB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 kern="1200" dirty="0">
                <a:solidFill>
                  <a:srgbClr val="006D8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ru-RU" dirty="0"/>
              <a:t>Название презентации</a:t>
            </a:r>
            <a:br>
              <a:rPr lang="ru-RU" dirty="0"/>
            </a:br>
            <a:r>
              <a:rPr lang="ru-RU" dirty="0"/>
              <a:t>может быть набрано в две </a:t>
            </a:r>
            <a:br>
              <a:rPr lang="ru-RU" dirty="0"/>
            </a:br>
            <a:r>
              <a:rPr lang="ru-RU" dirty="0"/>
              <a:t>или три строки (32 </a:t>
            </a:r>
            <a:r>
              <a:rPr lang="ru-RU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5" name="Текст 33">
            <a:extLst>
              <a:ext uri="{FF2B5EF4-FFF2-40B4-BE49-F238E27FC236}">
                <a16:creationId xmlns:a16="http://schemas.microsoft.com/office/drawing/2014/main" id="{A9F01667-3B33-BD57-6948-1093A01E5A3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87600" y="3419864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 panose="020B06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Выступающий Фамилия И.О. | дата выступления</a:t>
            </a:r>
          </a:p>
        </p:txBody>
      </p:sp>
    </p:spTree>
    <p:extLst>
      <p:ext uri="{BB962C8B-B14F-4D97-AF65-F5344CB8AC3E}">
        <p14:creationId xmlns:p14="http://schemas.microsoft.com/office/powerpoint/2010/main" val="41885588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9">
          <p15:clr>
            <a:srgbClr val="FBAE40"/>
          </p15:clr>
        </p15:guide>
        <p15:guide id="2" pos="46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_Обложка Коллед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4CE5C0D-A2F3-385F-1160-75675B8D7EB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9900000">
            <a:off x="8449293" y="3340505"/>
            <a:ext cx="4883868" cy="4883864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EDC69E7-2BDD-81D6-9AD2-B471107BC0A8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3075891" y="3045839"/>
            <a:ext cx="6857999" cy="766319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FCD05F1-DB87-8697-7B18-32206965EF0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6686232">
            <a:off x="1037422" y="781037"/>
            <a:ext cx="4179286" cy="4179282"/>
          </a:xfrm>
          <a:prstGeom prst="rect">
            <a:avLst/>
          </a:prstGeom>
        </p:spPr>
      </p:pic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8553740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4" name="Слайд think-cell" r:id="rId7" imgW="383" imgH="384" progId="TCLayout.ActiveDocument.1">
                  <p:embed/>
                </p:oleObj>
              </mc:Choice>
              <mc:Fallback>
                <p:oleObj name="Слайд think-cell" r:id="rId7" imgW="383" imgH="384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503030702020504" pitchFamily="34" charset="0"/>
            </a:endParaRPr>
          </a:p>
        </p:txBody>
      </p:sp>
      <p:sp>
        <p:nvSpPr>
          <p:cNvPr id="7" name="Полилиния: фигура 6">
            <a:extLst>
              <a:ext uri="{FF2B5EF4-FFF2-40B4-BE49-F238E27FC236}">
                <a16:creationId xmlns:a16="http://schemas.microsoft.com/office/drawing/2014/main" id="{ED2E211F-BDCE-097A-80FB-547B32C98816}"/>
              </a:ext>
            </a:extLst>
          </p:cNvPr>
          <p:cNvSpPr/>
          <p:nvPr userDrawn="1"/>
        </p:nvSpPr>
        <p:spPr>
          <a:xfrm rot="2053506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F7FA030-DE53-C4A9-1A86-A8DA88495C71}"/>
              </a:ext>
            </a:extLst>
          </p:cNvPr>
          <p:cNvSpPr/>
          <p:nvPr userDrawn="1"/>
        </p:nvSpPr>
        <p:spPr>
          <a:xfrm>
            <a:off x="3219450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9991022C-F974-7F2E-2F53-C14C7F4954D0}"/>
              </a:ext>
            </a:extLst>
          </p:cNvPr>
          <p:cNvSpPr/>
          <p:nvPr userDrawn="1"/>
        </p:nvSpPr>
        <p:spPr>
          <a:xfrm>
            <a:off x="12174764" y="2895599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5B98F46-E2B9-3FC7-DDA4-37ACC0431281}"/>
              </a:ext>
            </a:extLst>
          </p:cNvPr>
          <p:cNvSpPr txBox="1">
            <a:spLocks/>
          </p:cNvSpPr>
          <p:nvPr userDrawn="1"/>
        </p:nvSpPr>
        <p:spPr>
          <a:xfrm>
            <a:off x="2402922" y="180857"/>
            <a:ext cx="6402705" cy="699404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EA7125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Колледж программирования </a:t>
            </a:r>
            <a:b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EA7125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</a:b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EA7125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и кибербезопасности</a:t>
            </a:r>
          </a:p>
        </p:txBody>
      </p: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E695F5D9-44C1-3B60-615E-CFC891B9F261}"/>
              </a:ext>
            </a:extLst>
          </p:cNvPr>
          <p:cNvGrpSpPr/>
          <p:nvPr userDrawn="1"/>
        </p:nvGrpSpPr>
        <p:grpSpPr>
          <a:xfrm>
            <a:off x="9620249" y="530559"/>
            <a:ext cx="2022129" cy="1417607"/>
            <a:chOff x="4091278" y="2349598"/>
            <a:chExt cx="3638550" cy="2550794"/>
          </a:xfrm>
          <a:solidFill>
            <a:srgbClr val="EA7125"/>
          </a:solidFill>
        </p:grpSpPr>
        <p:sp>
          <p:nvSpPr>
            <p:cNvPr id="19" name="Полилиния: фигура 18">
              <a:extLst>
                <a:ext uri="{FF2B5EF4-FFF2-40B4-BE49-F238E27FC236}">
                  <a16:creationId xmlns:a16="http://schemas.microsoft.com/office/drawing/2014/main" id="{C79C2545-29FF-13DC-A65B-19AA811039C5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Полилиния: фигура 19">
              <a:extLst>
                <a:ext uri="{FF2B5EF4-FFF2-40B4-BE49-F238E27FC236}">
                  <a16:creationId xmlns:a16="http://schemas.microsoft.com/office/drawing/2014/main" id="{60B08617-615B-3ABE-6A74-081501EC3C9A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21" name="Рисунок 56">
              <a:extLst>
                <a:ext uri="{FF2B5EF4-FFF2-40B4-BE49-F238E27FC236}">
                  <a16:creationId xmlns:a16="http://schemas.microsoft.com/office/drawing/2014/main" id="{F4368F59-0108-D04D-1716-A83FC54A6A2C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2" name="Полилиния: фигура 51">
                <a:extLst>
                  <a:ext uri="{FF2B5EF4-FFF2-40B4-BE49-F238E27FC236}">
                    <a16:creationId xmlns:a16="http://schemas.microsoft.com/office/drawing/2014/main" id="{7DADD4D8-5099-9617-34F0-96F4F38E6D16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>
                <a:extLst>
                  <a:ext uri="{FF2B5EF4-FFF2-40B4-BE49-F238E27FC236}">
                    <a16:creationId xmlns:a16="http://schemas.microsoft.com/office/drawing/2014/main" id="{CDF60C9C-4E91-BE00-438C-E4CEAA36CBA5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Рисунок 56">
              <a:extLst>
                <a:ext uri="{FF2B5EF4-FFF2-40B4-BE49-F238E27FC236}">
                  <a16:creationId xmlns:a16="http://schemas.microsoft.com/office/drawing/2014/main" id="{D9B4FF06-310F-AE66-AE11-ACA8C9AD101C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50" name="Полилиния: фигура 49">
                <a:extLst>
                  <a:ext uri="{FF2B5EF4-FFF2-40B4-BE49-F238E27FC236}">
                    <a16:creationId xmlns:a16="http://schemas.microsoft.com/office/drawing/2014/main" id="{EE1E08A2-DD1B-DDDE-CAAA-241A1E86EA5C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>
                <a:extLst>
                  <a:ext uri="{FF2B5EF4-FFF2-40B4-BE49-F238E27FC236}">
                    <a16:creationId xmlns:a16="http://schemas.microsoft.com/office/drawing/2014/main" id="{3B62BDB4-89A2-8C10-81AA-998F517A2E79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24" name="Полилиния: фигура 23">
              <a:extLst>
                <a:ext uri="{FF2B5EF4-FFF2-40B4-BE49-F238E27FC236}">
                  <a16:creationId xmlns:a16="http://schemas.microsoft.com/office/drawing/2014/main" id="{C8C24985-F865-D103-1F8F-D46BAA92B550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25" name="Рисунок 56">
              <a:extLst>
                <a:ext uri="{FF2B5EF4-FFF2-40B4-BE49-F238E27FC236}">
                  <a16:creationId xmlns:a16="http://schemas.microsoft.com/office/drawing/2014/main" id="{C4652D0E-9DF3-BA1C-DE91-DAD60C9F1430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8" name="Полилиния: фигура 47">
                <a:extLst>
                  <a:ext uri="{FF2B5EF4-FFF2-40B4-BE49-F238E27FC236}">
                    <a16:creationId xmlns:a16="http://schemas.microsoft.com/office/drawing/2014/main" id="{93006A27-860F-248F-9814-8512773B0DEC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>
                <a:extLst>
                  <a:ext uri="{FF2B5EF4-FFF2-40B4-BE49-F238E27FC236}">
                    <a16:creationId xmlns:a16="http://schemas.microsoft.com/office/drawing/2014/main" id="{A9733C3A-E31B-0594-3DD4-0527A6826B10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Рисунок 56">
              <a:extLst>
                <a:ext uri="{FF2B5EF4-FFF2-40B4-BE49-F238E27FC236}">
                  <a16:creationId xmlns:a16="http://schemas.microsoft.com/office/drawing/2014/main" id="{05B77A01-23DE-7A1F-3638-E0813202AF35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6" name="Полилиния: фигура 45">
                <a:extLst>
                  <a:ext uri="{FF2B5EF4-FFF2-40B4-BE49-F238E27FC236}">
                    <a16:creationId xmlns:a16="http://schemas.microsoft.com/office/drawing/2014/main" id="{342378B2-8AE3-A9DF-7867-251050A1759A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>
                <a:extLst>
                  <a:ext uri="{FF2B5EF4-FFF2-40B4-BE49-F238E27FC236}">
                    <a16:creationId xmlns:a16="http://schemas.microsoft.com/office/drawing/2014/main" id="{5E49CF6E-6F4D-EE30-901E-E10F3773A209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Рисунок 56">
              <a:extLst>
                <a:ext uri="{FF2B5EF4-FFF2-40B4-BE49-F238E27FC236}">
                  <a16:creationId xmlns:a16="http://schemas.microsoft.com/office/drawing/2014/main" id="{44479FC0-E90C-DA10-9A9B-6ACFDC267067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37" name="Полилиния: фигура 36">
                <a:extLst>
                  <a:ext uri="{FF2B5EF4-FFF2-40B4-BE49-F238E27FC236}">
                    <a16:creationId xmlns:a16="http://schemas.microsoft.com/office/drawing/2014/main" id="{8005DDCD-971A-276A-0FEA-6D451E511519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" name="Полилиния: фигура 43">
                <a:extLst>
                  <a:ext uri="{FF2B5EF4-FFF2-40B4-BE49-F238E27FC236}">
                    <a16:creationId xmlns:a16="http://schemas.microsoft.com/office/drawing/2014/main" id="{5D978D67-6A25-BDE4-D9A0-B053B9D685CD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8" name="Рисунок 56">
              <a:extLst>
                <a:ext uri="{FF2B5EF4-FFF2-40B4-BE49-F238E27FC236}">
                  <a16:creationId xmlns:a16="http://schemas.microsoft.com/office/drawing/2014/main" id="{479A0604-6FE9-EEDA-46A5-D02D0FEB0791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30" name="Полилиния: фигура 29">
                <a:extLst>
                  <a:ext uri="{FF2B5EF4-FFF2-40B4-BE49-F238E27FC236}">
                    <a16:creationId xmlns:a16="http://schemas.microsoft.com/office/drawing/2014/main" id="{411DCD52-C7F6-B252-176F-1A8AD8457E69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1" name="Полилиния: фигура 30">
                <a:extLst>
                  <a:ext uri="{FF2B5EF4-FFF2-40B4-BE49-F238E27FC236}">
                    <a16:creationId xmlns:a16="http://schemas.microsoft.com/office/drawing/2014/main" id="{F125F088-BCB1-B90A-5B08-496F34B06683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54" name="Title 1">
            <a:extLst>
              <a:ext uri="{FF2B5EF4-FFF2-40B4-BE49-F238E27FC236}">
                <a16:creationId xmlns:a16="http://schemas.microsoft.com/office/drawing/2014/main" id="{BD488EE1-A7E2-B85A-3B52-F3A3E06554F9}"/>
              </a:ext>
            </a:extLst>
          </p:cNvPr>
          <p:cNvSpPr txBox="1">
            <a:spLocks/>
          </p:cNvSpPr>
          <p:nvPr userDrawn="1"/>
        </p:nvSpPr>
        <p:spPr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250" normalizeH="0" baseline="0" noProof="0" dirty="0">
                <a:ln>
                  <a:noFill/>
                </a:ln>
                <a:solidFill>
                  <a:srgbClr val="8291A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ВМЕСТЕ СОЗДАЁМ БУДУЩЕЕ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63641F-23D4-2ED2-35EA-70B53188E72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 kern="1200" dirty="0">
                <a:solidFill>
                  <a:srgbClr val="EA7125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ru-RU" dirty="0"/>
              <a:t>Название презентации</a:t>
            </a:r>
            <a:br>
              <a:rPr lang="ru-RU" dirty="0"/>
            </a:br>
            <a:r>
              <a:rPr lang="ru-RU" dirty="0"/>
              <a:t>может быть набрано в две </a:t>
            </a:r>
            <a:br>
              <a:rPr lang="ru-RU" dirty="0"/>
            </a:br>
            <a:r>
              <a:rPr lang="ru-RU" dirty="0"/>
              <a:t>или три строки (32 </a:t>
            </a:r>
            <a:r>
              <a:rPr lang="ru-RU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10" name="Текст 33">
            <a:extLst>
              <a:ext uri="{FF2B5EF4-FFF2-40B4-BE49-F238E27FC236}">
                <a16:creationId xmlns:a16="http://schemas.microsoft.com/office/drawing/2014/main" id="{01F95A85-D337-BB4B-BFF7-1C7B53FCE9F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87600" y="3419864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 panose="020B06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Выступающий Фамилия И.О. | дата выступления</a:t>
            </a:r>
          </a:p>
        </p:txBody>
      </p:sp>
    </p:spTree>
    <p:extLst>
      <p:ext uri="{BB962C8B-B14F-4D97-AF65-F5344CB8AC3E}">
        <p14:creationId xmlns:p14="http://schemas.microsoft.com/office/powerpoint/2010/main" val="10491041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9">
          <p15:clr>
            <a:srgbClr val="FBAE40"/>
          </p15:clr>
        </p15:guide>
        <p15:guide id="2" pos="46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Обложка ПИ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452CBBD-4D60-4D04-D9FC-9A5AD78E467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8510360" y="3356738"/>
            <a:ext cx="4793067" cy="4793067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172C710-2143-8AC8-551F-42A28B783A8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7539414">
            <a:off x="1045283" y="769470"/>
            <a:ext cx="4159130" cy="415913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48174E2-2B82-F856-B7A2-6006148DB730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3086110" y="3046450"/>
            <a:ext cx="6886627" cy="741714"/>
          </a:xfrm>
          <a:prstGeom prst="rect">
            <a:avLst/>
          </a:prstGeom>
        </p:spPr>
      </p:pic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8553740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8" name="Слайд think-cell" r:id="rId7" imgW="383" imgH="384" progId="TCLayout.ActiveDocument.1">
                  <p:embed/>
                </p:oleObj>
              </mc:Choice>
              <mc:Fallback>
                <p:oleObj name="Слайд think-cell" r:id="rId7" imgW="383" imgH="384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503030702020504" pitchFamily="34" charset="0"/>
            </a:endParaRPr>
          </a:p>
        </p:txBody>
      </p:sp>
      <p:sp>
        <p:nvSpPr>
          <p:cNvPr id="7" name="Полилиния: фигура 6">
            <a:extLst>
              <a:ext uri="{FF2B5EF4-FFF2-40B4-BE49-F238E27FC236}">
                <a16:creationId xmlns:a16="http://schemas.microsoft.com/office/drawing/2014/main" id="{ED2E211F-BDCE-097A-80FB-547B32C98816}"/>
              </a:ext>
            </a:extLst>
          </p:cNvPr>
          <p:cNvSpPr/>
          <p:nvPr userDrawn="1"/>
        </p:nvSpPr>
        <p:spPr>
          <a:xfrm rot="2053506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F7FA030-DE53-C4A9-1A86-A8DA88495C71}"/>
              </a:ext>
            </a:extLst>
          </p:cNvPr>
          <p:cNvSpPr/>
          <p:nvPr userDrawn="1"/>
        </p:nvSpPr>
        <p:spPr>
          <a:xfrm>
            <a:off x="3219450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9991022C-F974-7F2E-2F53-C14C7F4954D0}"/>
              </a:ext>
            </a:extLst>
          </p:cNvPr>
          <p:cNvSpPr/>
          <p:nvPr userDrawn="1"/>
        </p:nvSpPr>
        <p:spPr>
          <a:xfrm>
            <a:off x="12174764" y="2895599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5B98F46-E2B9-3FC7-DDA4-37ACC0431281}"/>
              </a:ext>
            </a:extLst>
          </p:cNvPr>
          <p:cNvSpPr txBox="1">
            <a:spLocks/>
          </p:cNvSpPr>
          <p:nvPr userDrawn="1"/>
        </p:nvSpPr>
        <p:spPr>
          <a:xfrm>
            <a:off x="2402922" y="200292"/>
            <a:ext cx="8289422" cy="699404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3D378D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Передовая инженерная школа </a:t>
            </a:r>
            <a:b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3D378D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</a:b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3D378D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СВЧ-электроники</a:t>
            </a:r>
          </a:p>
        </p:txBody>
      </p: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E695F5D9-44C1-3B60-615E-CFC891B9F261}"/>
              </a:ext>
            </a:extLst>
          </p:cNvPr>
          <p:cNvGrpSpPr/>
          <p:nvPr userDrawn="1"/>
        </p:nvGrpSpPr>
        <p:grpSpPr>
          <a:xfrm>
            <a:off x="9620249" y="530559"/>
            <a:ext cx="2022129" cy="1417607"/>
            <a:chOff x="4091278" y="2349598"/>
            <a:chExt cx="3638550" cy="2550794"/>
          </a:xfrm>
          <a:solidFill>
            <a:srgbClr val="3D378D"/>
          </a:solidFill>
        </p:grpSpPr>
        <p:sp>
          <p:nvSpPr>
            <p:cNvPr id="19" name="Полилиния: фигура 18">
              <a:extLst>
                <a:ext uri="{FF2B5EF4-FFF2-40B4-BE49-F238E27FC236}">
                  <a16:creationId xmlns:a16="http://schemas.microsoft.com/office/drawing/2014/main" id="{C79C2545-29FF-13DC-A65B-19AA811039C5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3D378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Полилиния: фигура 19">
              <a:extLst>
                <a:ext uri="{FF2B5EF4-FFF2-40B4-BE49-F238E27FC236}">
                  <a16:creationId xmlns:a16="http://schemas.microsoft.com/office/drawing/2014/main" id="{60B08617-615B-3ABE-6A74-081501EC3C9A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3D378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21" name="Рисунок 56">
              <a:extLst>
                <a:ext uri="{FF2B5EF4-FFF2-40B4-BE49-F238E27FC236}">
                  <a16:creationId xmlns:a16="http://schemas.microsoft.com/office/drawing/2014/main" id="{F4368F59-0108-D04D-1716-A83FC54A6A2C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2" name="Полилиния: фигура 51">
                <a:extLst>
                  <a:ext uri="{FF2B5EF4-FFF2-40B4-BE49-F238E27FC236}">
                    <a16:creationId xmlns:a16="http://schemas.microsoft.com/office/drawing/2014/main" id="{7DADD4D8-5099-9617-34F0-96F4F38E6D16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D378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>
                <a:extLst>
                  <a:ext uri="{FF2B5EF4-FFF2-40B4-BE49-F238E27FC236}">
                    <a16:creationId xmlns:a16="http://schemas.microsoft.com/office/drawing/2014/main" id="{CDF60C9C-4E91-BE00-438C-E4CEAA36CBA5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D378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Рисунок 56">
              <a:extLst>
                <a:ext uri="{FF2B5EF4-FFF2-40B4-BE49-F238E27FC236}">
                  <a16:creationId xmlns:a16="http://schemas.microsoft.com/office/drawing/2014/main" id="{D9B4FF06-310F-AE66-AE11-ACA8C9AD101C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50" name="Полилиния: фигура 49">
                <a:extLst>
                  <a:ext uri="{FF2B5EF4-FFF2-40B4-BE49-F238E27FC236}">
                    <a16:creationId xmlns:a16="http://schemas.microsoft.com/office/drawing/2014/main" id="{EE1E08A2-DD1B-DDDE-CAAA-241A1E86EA5C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D378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>
                <a:extLst>
                  <a:ext uri="{FF2B5EF4-FFF2-40B4-BE49-F238E27FC236}">
                    <a16:creationId xmlns:a16="http://schemas.microsoft.com/office/drawing/2014/main" id="{3B62BDB4-89A2-8C10-81AA-998F517A2E79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D378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24" name="Полилиния: фигура 23">
              <a:extLst>
                <a:ext uri="{FF2B5EF4-FFF2-40B4-BE49-F238E27FC236}">
                  <a16:creationId xmlns:a16="http://schemas.microsoft.com/office/drawing/2014/main" id="{C8C24985-F865-D103-1F8F-D46BAA92B550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3D378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25" name="Рисунок 56">
              <a:extLst>
                <a:ext uri="{FF2B5EF4-FFF2-40B4-BE49-F238E27FC236}">
                  <a16:creationId xmlns:a16="http://schemas.microsoft.com/office/drawing/2014/main" id="{C4652D0E-9DF3-BA1C-DE91-DAD60C9F1430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8" name="Полилиния: фигура 47">
                <a:extLst>
                  <a:ext uri="{FF2B5EF4-FFF2-40B4-BE49-F238E27FC236}">
                    <a16:creationId xmlns:a16="http://schemas.microsoft.com/office/drawing/2014/main" id="{93006A27-860F-248F-9814-8512773B0DEC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D378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>
                <a:extLst>
                  <a:ext uri="{FF2B5EF4-FFF2-40B4-BE49-F238E27FC236}">
                    <a16:creationId xmlns:a16="http://schemas.microsoft.com/office/drawing/2014/main" id="{A9733C3A-E31B-0594-3DD4-0527A6826B10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D378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Рисунок 56">
              <a:extLst>
                <a:ext uri="{FF2B5EF4-FFF2-40B4-BE49-F238E27FC236}">
                  <a16:creationId xmlns:a16="http://schemas.microsoft.com/office/drawing/2014/main" id="{05B77A01-23DE-7A1F-3638-E0813202AF35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6" name="Полилиния: фигура 45">
                <a:extLst>
                  <a:ext uri="{FF2B5EF4-FFF2-40B4-BE49-F238E27FC236}">
                    <a16:creationId xmlns:a16="http://schemas.microsoft.com/office/drawing/2014/main" id="{342378B2-8AE3-A9DF-7867-251050A1759A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D378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>
                <a:extLst>
                  <a:ext uri="{FF2B5EF4-FFF2-40B4-BE49-F238E27FC236}">
                    <a16:creationId xmlns:a16="http://schemas.microsoft.com/office/drawing/2014/main" id="{5E49CF6E-6F4D-EE30-901E-E10F3773A209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D378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Рисунок 56">
              <a:extLst>
                <a:ext uri="{FF2B5EF4-FFF2-40B4-BE49-F238E27FC236}">
                  <a16:creationId xmlns:a16="http://schemas.microsoft.com/office/drawing/2014/main" id="{44479FC0-E90C-DA10-9A9B-6ACFDC267067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37" name="Полилиния: фигура 36">
                <a:extLst>
                  <a:ext uri="{FF2B5EF4-FFF2-40B4-BE49-F238E27FC236}">
                    <a16:creationId xmlns:a16="http://schemas.microsoft.com/office/drawing/2014/main" id="{8005DDCD-971A-276A-0FEA-6D451E511519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D378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" name="Полилиния: фигура 43">
                <a:extLst>
                  <a:ext uri="{FF2B5EF4-FFF2-40B4-BE49-F238E27FC236}">
                    <a16:creationId xmlns:a16="http://schemas.microsoft.com/office/drawing/2014/main" id="{5D978D67-6A25-BDE4-D9A0-B053B9D685CD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D378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8" name="Рисунок 56">
              <a:extLst>
                <a:ext uri="{FF2B5EF4-FFF2-40B4-BE49-F238E27FC236}">
                  <a16:creationId xmlns:a16="http://schemas.microsoft.com/office/drawing/2014/main" id="{479A0604-6FE9-EEDA-46A5-D02D0FEB0791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30" name="Полилиния: фигура 29">
                <a:extLst>
                  <a:ext uri="{FF2B5EF4-FFF2-40B4-BE49-F238E27FC236}">
                    <a16:creationId xmlns:a16="http://schemas.microsoft.com/office/drawing/2014/main" id="{411DCD52-C7F6-B252-176F-1A8AD8457E69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D378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1" name="Полилиния: фигура 30">
                <a:extLst>
                  <a:ext uri="{FF2B5EF4-FFF2-40B4-BE49-F238E27FC236}">
                    <a16:creationId xmlns:a16="http://schemas.microsoft.com/office/drawing/2014/main" id="{F125F088-BCB1-B90A-5B08-496F34B06683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D378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54" name="Title 1">
            <a:extLst>
              <a:ext uri="{FF2B5EF4-FFF2-40B4-BE49-F238E27FC236}">
                <a16:creationId xmlns:a16="http://schemas.microsoft.com/office/drawing/2014/main" id="{BD488EE1-A7E2-B85A-3B52-F3A3E06554F9}"/>
              </a:ext>
            </a:extLst>
          </p:cNvPr>
          <p:cNvSpPr txBox="1">
            <a:spLocks/>
          </p:cNvSpPr>
          <p:nvPr userDrawn="1"/>
        </p:nvSpPr>
        <p:spPr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250" normalizeH="0" baseline="0" noProof="0" dirty="0">
                <a:ln>
                  <a:noFill/>
                </a:ln>
                <a:solidFill>
                  <a:srgbClr val="8291A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ВМЕСТЕ СОЗДАЁМ БУДУЩЕЕ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661FF6-F290-3223-68BC-FAE1E93F671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 kern="1200" dirty="0">
                <a:solidFill>
                  <a:srgbClr val="3D378D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ru-RU" dirty="0"/>
              <a:t>Название презентации</a:t>
            </a:r>
            <a:br>
              <a:rPr lang="ru-RU" dirty="0"/>
            </a:br>
            <a:r>
              <a:rPr lang="ru-RU" dirty="0"/>
              <a:t>может быть набрано в две </a:t>
            </a:r>
            <a:br>
              <a:rPr lang="ru-RU" dirty="0"/>
            </a:br>
            <a:r>
              <a:rPr lang="ru-RU" dirty="0"/>
              <a:t>или три строки (32 </a:t>
            </a:r>
            <a:r>
              <a:rPr lang="ru-RU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6" name="Текст 33">
            <a:extLst>
              <a:ext uri="{FF2B5EF4-FFF2-40B4-BE49-F238E27FC236}">
                <a16:creationId xmlns:a16="http://schemas.microsoft.com/office/drawing/2014/main" id="{195FF57E-D5BA-52A1-E6FA-C4B4BA67AC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87600" y="3419864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 panose="020B06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Выступающий Фамилия И.О. | дата выступления</a:t>
            </a:r>
          </a:p>
        </p:txBody>
      </p:sp>
    </p:spTree>
    <p:extLst>
      <p:ext uri="{BB962C8B-B14F-4D97-AF65-F5344CB8AC3E}">
        <p14:creationId xmlns:p14="http://schemas.microsoft.com/office/powerpoint/2010/main" val="3158669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9">
          <p15:clr>
            <a:srgbClr val="FBAE40"/>
          </p15:clr>
        </p15:guide>
        <p15:guide id="2" pos="46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Раздел_тем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8553740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2" name="Слайд think-cell" r:id="rId5" imgW="383" imgH="384" progId="TCLayout.ActiveDocument.1">
                  <p:embed/>
                </p:oleObj>
              </mc:Choice>
              <mc:Fallback>
                <p:oleObj name="Слайд think-cell" r:id="rId5" imgW="383" imgH="384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5030307020205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50600" y="2613958"/>
            <a:ext cx="5569500" cy="699404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3600" b="0" baseline="0">
                <a:solidFill>
                  <a:schemeClr val="accent5"/>
                </a:solidFill>
                <a:latin typeface="Arial" panose="020B0604020202020204" pitchFamily="34" charset="0"/>
              </a:defRPr>
            </a:lvl1pPr>
          </a:lstStyle>
          <a:p>
            <a:r>
              <a:rPr lang="ru-RU" dirty="0"/>
              <a:t>Название раздела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05C9C487-FB1B-953A-89C5-D1CC7FF75D74}"/>
              </a:ext>
            </a:extLst>
          </p:cNvPr>
          <p:cNvSpPr/>
          <p:nvPr userDrawn="1"/>
        </p:nvSpPr>
        <p:spPr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423E46-B7A0-4744-B3E1-320992BDBEC7}" type="slidenum">
              <a:rPr kumimoji="0" lang="ru-RU" sz="1000" b="0" i="0" u="none" strike="noStrike" kern="1200" cap="none" spc="0" normalizeH="0" baseline="0" noProof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3780C342-97A8-9900-4EB0-9C0140669050}"/>
              </a:ext>
            </a:extLst>
          </p:cNvPr>
          <p:cNvSpPr/>
          <p:nvPr userDrawn="1"/>
        </p:nvSpPr>
        <p:spPr>
          <a:xfrm>
            <a:off x="0" y="0"/>
            <a:ext cx="2692400" cy="685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 err="1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396F20CE-3297-0A74-7502-5705D3368E1A}"/>
              </a:ext>
            </a:extLst>
          </p:cNvPr>
          <p:cNvCxnSpPr>
            <a:cxnSpLocks/>
          </p:cNvCxnSpPr>
          <p:nvPr userDrawn="1"/>
        </p:nvCxnSpPr>
        <p:spPr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64345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ина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4">
            <a:extLst>
              <a:ext uri="{FF2B5EF4-FFF2-40B4-BE49-F238E27FC236}">
                <a16:creationId xmlns:a16="http://schemas.microsoft.com/office/drawing/2014/main" id="{A533A563-3346-30DA-73D8-CF414A70DF4A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Заголовок 6">
            <a:extLst>
              <a:ext uri="{FF2B5EF4-FFF2-40B4-BE49-F238E27FC236}">
                <a16:creationId xmlns:a16="http://schemas.microsoft.com/office/drawing/2014/main" id="{7CBA805D-7279-7177-9681-934DDAFD92E7}"/>
              </a:ext>
            </a:extLst>
          </p:cNvPr>
          <p:cNvSpPr txBox="1">
            <a:spLocks/>
          </p:cNvSpPr>
          <p:nvPr userDrawn="1"/>
        </p:nvSpPr>
        <p:spPr>
          <a:xfrm>
            <a:off x="1085517" y="1171625"/>
            <a:ext cx="2352754" cy="71085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B58C4BDB-E3DE-EC39-2630-4061E3FA1B9B}"/>
              </a:ext>
            </a:extLst>
          </p:cNvPr>
          <p:cNvSpPr/>
          <p:nvPr userDrawn="1"/>
        </p:nvSpPr>
        <p:spPr>
          <a:xfrm>
            <a:off x="1054987" y="4660960"/>
            <a:ext cx="1614297" cy="1669776"/>
          </a:xfrm>
          <a:custGeom>
            <a:avLst/>
            <a:gdLst/>
            <a:ahLst/>
            <a:cxnLst/>
            <a:rect l="l" t="t" r="r" b="b"/>
            <a:pathLst>
              <a:path w="1718310" h="1777364">
                <a:moveTo>
                  <a:pt x="1025029" y="0"/>
                </a:moveTo>
                <a:lnTo>
                  <a:pt x="1071224" y="12296"/>
                </a:lnTo>
                <a:lnTo>
                  <a:pt x="1116670" y="27000"/>
                </a:lnTo>
                <a:lnTo>
                  <a:pt x="1161265" y="44072"/>
                </a:lnTo>
                <a:lnTo>
                  <a:pt x="1204910" y="63474"/>
                </a:lnTo>
                <a:lnTo>
                  <a:pt x="1247503" y="85167"/>
                </a:lnTo>
                <a:lnTo>
                  <a:pt x="1288944" y="109112"/>
                </a:lnTo>
                <a:lnTo>
                  <a:pt x="1329132" y="135272"/>
                </a:lnTo>
                <a:lnTo>
                  <a:pt x="1367965" y="163608"/>
                </a:lnTo>
                <a:lnTo>
                  <a:pt x="1405344" y="194080"/>
                </a:lnTo>
                <a:lnTo>
                  <a:pt x="1441167" y="226650"/>
                </a:lnTo>
                <a:lnTo>
                  <a:pt x="1475333" y="261281"/>
                </a:lnTo>
                <a:lnTo>
                  <a:pt x="1507742" y="297932"/>
                </a:lnTo>
                <a:lnTo>
                  <a:pt x="1538293" y="336567"/>
                </a:lnTo>
                <a:lnTo>
                  <a:pt x="1566885" y="377145"/>
                </a:lnTo>
                <a:lnTo>
                  <a:pt x="1593418" y="419629"/>
                </a:lnTo>
                <a:lnTo>
                  <a:pt x="1617789" y="463979"/>
                </a:lnTo>
                <a:lnTo>
                  <a:pt x="1639900" y="510159"/>
                </a:lnTo>
                <a:lnTo>
                  <a:pt x="1658199" y="554365"/>
                </a:lnTo>
                <a:lnTo>
                  <a:pt x="1673991" y="598975"/>
                </a:lnTo>
                <a:lnTo>
                  <a:pt x="1687308" y="643907"/>
                </a:lnTo>
                <a:lnTo>
                  <a:pt x="1698180" y="689079"/>
                </a:lnTo>
                <a:lnTo>
                  <a:pt x="1706639" y="734408"/>
                </a:lnTo>
                <a:lnTo>
                  <a:pt x="1712717" y="779812"/>
                </a:lnTo>
                <a:lnTo>
                  <a:pt x="1716446" y="825209"/>
                </a:lnTo>
                <a:lnTo>
                  <a:pt x="1717857" y="870517"/>
                </a:lnTo>
                <a:lnTo>
                  <a:pt x="1716981" y="915653"/>
                </a:lnTo>
                <a:lnTo>
                  <a:pt x="1713850" y="960536"/>
                </a:lnTo>
                <a:lnTo>
                  <a:pt x="1708497" y="1005084"/>
                </a:lnTo>
                <a:lnTo>
                  <a:pt x="1700951" y="1049213"/>
                </a:lnTo>
                <a:lnTo>
                  <a:pt x="1691245" y="1092843"/>
                </a:lnTo>
                <a:lnTo>
                  <a:pt x="1679411" y="1135891"/>
                </a:lnTo>
                <a:lnTo>
                  <a:pt x="1665479" y="1178274"/>
                </a:lnTo>
                <a:lnTo>
                  <a:pt x="1649482" y="1219911"/>
                </a:lnTo>
                <a:lnTo>
                  <a:pt x="1631451" y="1260719"/>
                </a:lnTo>
                <a:lnTo>
                  <a:pt x="1611418" y="1300616"/>
                </a:lnTo>
                <a:lnTo>
                  <a:pt x="1589414" y="1339521"/>
                </a:lnTo>
                <a:lnTo>
                  <a:pt x="1565471" y="1377350"/>
                </a:lnTo>
                <a:lnTo>
                  <a:pt x="1539620" y="1414022"/>
                </a:lnTo>
                <a:lnTo>
                  <a:pt x="1511892" y="1449455"/>
                </a:lnTo>
                <a:lnTo>
                  <a:pt x="1482321" y="1483566"/>
                </a:lnTo>
                <a:lnTo>
                  <a:pt x="1450936" y="1516273"/>
                </a:lnTo>
                <a:lnTo>
                  <a:pt x="1417770" y="1547495"/>
                </a:lnTo>
                <a:lnTo>
                  <a:pt x="1382854" y="1577148"/>
                </a:lnTo>
                <a:lnTo>
                  <a:pt x="1346220" y="1605151"/>
                </a:lnTo>
                <a:lnTo>
                  <a:pt x="1307899" y="1631422"/>
                </a:lnTo>
                <a:lnTo>
                  <a:pt x="1267923" y="1655878"/>
                </a:lnTo>
                <a:lnTo>
                  <a:pt x="1226323" y="1678438"/>
                </a:lnTo>
                <a:lnTo>
                  <a:pt x="1183132" y="1699018"/>
                </a:lnTo>
                <a:lnTo>
                  <a:pt x="1137868" y="1717723"/>
                </a:lnTo>
                <a:lnTo>
                  <a:pt x="1092183" y="1733801"/>
                </a:lnTo>
                <a:lnTo>
                  <a:pt x="1046165" y="1747285"/>
                </a:lnTo>
                <a:lnTo>
                  <a:pt x="999903" y="1758208"/>
                </a:lnTo>
                <a:lnTo>
                  <a:pt x="953484" y="1766606"/>
                </a:lnTo>
                <a:lnTo>
                  <a:pt x="906997" y="1772511"/>
                </a:lnTo>
                <a:lnTo>
                  <a:pt x="860530" y="1775958"/>
                </a:lnTo>
                <a:lnTo>
                  <a:pt x="814170" y="1776981"/>
                </a:lnTo>
                <a:lnTo>
                  <a:pt x="768007" y="1775613"/>
                </a:lnTo>
                <a:lnTo>
                  <a:pt x="722128" y="1771888"/>
                </a:lnTo>
                <a:lnTo>
                  <a:pt x="676622" y="1765841"/>
                </a:lnTo>
                <a:lnTo>
                  <a:pt x="631576" y="1757505"/>
                </a:lnTo>
                <a:lnTo>
                  <a:pt x="587078" y="1746914"/>
                </a:lnTo>
                <a:lnTo>
                  <a:pt x="543218" y="1734102"/>
                </a:lnTo>
                <a:lnTo>
                  <a:pt x="500083" y="1719103"/>
                </a:lnTo>
                <a:lnTo>
                  <a:pt x="457760" y="1701951"/>
                </a:lnTo>
                <a:lnTo>
                  <a:pt x="416340" y="1682679"/>
                </a:lnTo>
                <a:lnTo>
                  <a:pt x="375908" y="1661322"/>
                </a:lnTo>
                <a:lnTo>
                  <a:pt x="336555" y="1637913"/>
                </a:lnTo>
                <a:lnTo>
                  <a:pt x="298367" y="1612487"/>
                </a:lnTo>
                <a:lnTo>
                  <a:pt x="261433" y="1585077"/>
                </a:lnTo>
                <a:lnTo>
                  <a:pt x="225841" y="1555717"/>
                </a:lnTo>
                <a:lnTo>
                  <a:pt x="191679" y="1524441"/>
                </a:lnTo>
                <a:lnTo>
                  <a:pt x="159036" y="1491283"/>
                </a:lnTo>
                <a:lnTo>
                  <a:pt x="127999" y="1456277"/>
                </a:lnTo>
                <a:lnTo>
                  <a:pt x="98657" y="1419456"/>
                </a:lnTo>
                <a:lnTo>
                  <a:pt x="71098" y="1380855"/>
                </a:lnTo>
                <a:lnTo>
                  <a:pt x="45410" y="1340508"/>
                </a:lnTo>
                <a:lnTo>
                  <a:pt x="21681" y="1298447"/>
                </a:lnTo>
                <a:lnTo>
                  <a:pt x="0" y="1254709"/>
                </a:lnTo>
              </a:path>
            </a:pathLst>
          </a:custGeom>
          <a:ln w="8089">
            <a:solidFill>
              <a:srgbClr val="BABCB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022A248A-A0DD-F7FB-96EE-67FD16F436E1}"/>
              </a:ext>
            </a:extLst>
          </p:cNvPr>
          <p:cNvSpPr/>
          <p:nvPr userDrawn="1"/>
        </p:nvSpPr>
        <p:spPr>
          <a:xfrm>
            <a:off x="-42341" y="3410636"/>
            <a:ext cx="2056946" cy="2457836"/>
          </a:xfrm>
          <a:custGeom>
            <a:avLst/>
            <a:gdLst/>
            <a:ahLst/>
            <a:cxnLst/>
            <a:rect l="l" t="t" r="r" b="b"/>
            <a:pathLst>
              <a:path w="2189480" h="2616200">
                <a:moveTo>
                  <a:pt x="0" y="2274576"/>
                </a:moveTo>
                <a:lnTo>
                  <a:pt x="43686" y="2312872"/>
                </a:lnTo>
                <a:lnTo>
                  <a:pt x="78452" y="2340869"/>
                </a:lnTo>
                <a:lnTo>
                  <a:pt x="114158" y="2367678"/>
                </a:lnTo>
                <a:lnTo>
                  <a:pt x="150774" y="2393274"/>
                </a:lnTo>
                <a:lnTo>
                  <a:pt x="188268" y="2417628"/>
                </a:lnTo>
                <a:lnTo>
                  <a:pt x="226609" y="2440713"/>
                </a:lnTo>
                <a:lnTo>
                  <a:pt x="265764" y="2462502"/>
                </a:lnTo>
                <a:lnTo>
                  <a:pt x="305702" y="2482967"/>
                </a:lnTo>
                <a:lnTo>
                  <a:pt x="346392" y="2502082"/>
                </a:lnTo>
                <a:lnTo>
                  <a:pt x="387801" y="2519819"/>
                </a:lnTo>
                <a:lnTo>
                  <a:pt x="429899" y="2536151"/>
                </a:lnTo>
                <a:lnTo>
                  <a:pt x="472653" y="2551050"/>
                </a:lnTo>
                <a:lnTo>
                  <a:pt x="516032" y="2564489"/>
                </a:lnTo>
                <a:lnTo>
                  <a:pt x="560004" y="2576440"/>
                </a:lnTo>
                <a:lnTo>
                  <a:pt x="604537" y="2586878"/>
                </a:lnTo>
                <a:lnTo>
                  <a:pt x="649601" y="2595773"/>
                </a:lnTo>
                <a:lnTo>
                  <a:pt x="695163" y="2603099"/>
                </a:lnTo>
                <a:lnTo>
                  <a:pt x="741191" y="2608829"/>
                </a:lnTo>
                <a:lnTo>
                  <a:pt x="787655" y="2612935"/>
                </a:lnTo>
                <a:lnTo>
                  <a:pt x="834521" y="2615390"/>
                </a:lnTo>
                <a:lnTo>
                  <a:pt x="881760" y="2616167"/>
                </a:lnTo>
                <a:lnTo>
                  <a:pt x="929338" y="2615238"/>
                </a:lnTo>
                <a:lnTo>
                  <a:pt x="977225" y="2612576"/>
                </a:lnTo>
                <a:lnTo>
                  <a:pt x="1024985" y="2608195"/>
                </a:lnTo>
                <a:lnTo>
                  <a:pt x="1072185" y="2602144"/>
                </a:lnTo>
                <a:lnTo>
                  <a:pt x="1118799" y="2594456"/>
                </a:lnTo>
                <a:lnTo>
                  <a:pt x="1164800" y="2585162"/>
                </a:lnTo>
                <a:lnTo>
                  <a:pt x="1210160" y="2574293"/>
                </a:lnTo>
                <a:lnTo>
                  <a:pt x="1254852" y="2561883"/>
                </a:lnTo>
                <a:lnTo>
                  <a:pt x="1298848" y="2547961"/>
                </a:lnTo>
                <a:lnTo>
                  <a:pt x="1342122" y="2532560"/>
                </a:lnTo>
                <a:lnTo>
                  <a:pt x="1384646" y="2515711"/>
                </a:lnTo>
                <a:lnTo>
                  <a:pt x="1426392" y="2497446"/>
                </a:lnTo>
                <a:lnTo>
                  <a:pt x="1467334" y="2477798"/>
                </a:lnTo>
                <a:lnTo>
                  <a:pt x="1507443" y="2456796"/>
                </a:lnTo>
                <a:lnTo>
                  <a:pt x="1546694" y="2434473"/>
                </a:lnTo>
                <a:lnTo>
                  <a:pt x="1585058" y="2410861"/>
                </a:lnTo>
                <a:lnTo>
                  <a:pt x="1622508" y="2385992"/>
                </a:lnTo>
                <a:lnTo>
                  <a:pt x="1659017" y="2359896"/>
                </a:lnTo>
                <a:lnTo>
                  <a:pt x="1694557" y="2332605"/>
                </a:lnTo>
                <a:lnTo>
                  <a:pt x="1729102" y="2304152"/>
                </a:lnTo>
                <a:lnTo>
                  <a:pt x="1762624" y="2274568"/>
                </a:lnTo>
                <a:lnTo>
                  <a:pt x="1795095" y="2243885"/>
                </a:lnTo>
                <a:lnTo>
                  <a:pt x="1826489" y="2212133"/>
                </a:lnTo>
                <a:lnTo>
                  <a:pt x="1856777" y="2179345"/>
                </a:lnTo>
                <a:lnTo>
                  <a:pt x="1885934" y="2145553"/>
                </a:lnTo>
                <a:lnTo>
                  <a:pt x="1913931" y="2110788"/>
                </a:lnTo>
                <a:lnTo>
                  <a:pt x="1940740" y="2075081"/>
                </a:lnTo>
                <a:lnTo>
                  <a:pt x="1966336" y="2038465"/>
                </a:lnTo>
                <a:lnTo>
                  <a:pt x="1990690" y="2000971"/>
                </a:lnTo>
                <a:lnTo>
                  <a:pt x="2013776" y="1962630"/>
                </a:lnTo>
                <a:lnTo>
                  <a:pt x="2035565" y="1923475"/>
                </a:lnTo>
                <a:lnTo>
                  <a:pt x="2056031" y="1883537"/>
                </a:lnTo>
                <a:lnTo>
                  <a:pt x="2075146" y="1842848"/>
                </a:lnTo>
                <a:lnTo>
                  <a:pt x="2092883" y="1801438"/>
                </a:lnTo>
                <a:lnTo>
                  <a:pt x="2109215" y="1759341"/>
                </a:lnTo>
                <a:lnTo>
                  <a:pt x="2124114" y="1716587"/>
                </a:lnTo>
                <a:lnTo>
                  <a:pt x="2137553" y="1673209"/>
                </a:lnTo>
                <a:lnTo>
                  <a:pt x="2149505" y="1629237"/>
                </a:lnTo>
                <a:lnTo>
                  <a:pt x="2159943" y="1584704"/>
                </a:lnTo>
                <a:lnTo>
                  <a:pt x="2168839" y="1539640"/>
                </a:lnTo>
                <a:lnTo>
                  <a:pt x="2176165" y="1494079"/>
                </a:lnTo>
                <a:lnTo>
                  <a:pt x="2181895" y="1448051"/>
                </a:lnTo>
                <a:lnTo>
                  <a:pt x="2186001" y="1401588"/>
                </a:lnTo>
                <a:lnTo>
                  <a:pt x="2188457" y="1354722"/>
                </a:lnTo>
                <a:lnTo>
                  <a:pt x="2189233" y="1307484"/>
                </a:lnTo>
                <a:lnTo>
                  <a:pt x="2188305" y="1259907"/>
                </a:lnTo>
                <a:lnTo>
                  <a:pt x="2185643" y="1212020"/>
                </a:lnTo>
                <a:lnTo>
                  <a:pt x="2181260" y="1164260"/>
                </a:lnTo>
                <a:lnTo>
                  <a:pt x="2175209" y="1117059"/>
                </a:lnTo>
                <a:lnTo>
                  <a:pt x="2167520" y="1070444"/>
                </a:lnTo>
                <a:lnTo>
                  <a:pt x="2158225" y="1024443"/>
                </a:lnTo>
                <a:lnTo>
                  <a:pt x="2147356" y="979082"/>
                </a:lnTo>
                <a:lnTo>
                  <a:pt x="2134945" y="934389"/>
                </a:lnTo>
                <a:lnTo>
                  <a:pt x="2121023" y="890392"/>
                </a:lnTo>
                <a:lnTo>
                  <a:pt x="2105621" y="847118"/>
                </a:lnTo>
                <a:lnTo>
                  <a:pt x="2088772" y="804594"/>
                </a:lnTo>
                <a:lnTo>
                  <a:pt x="2070508" y="762847"/>
                </a:lnTo>
                <a:lnTo>
                  <a:pt x="2050858" y="721905"/>
                </a:lnTo>
                <a:lnTo>
                  <a:pt x="2029857" y="681795"/>
                </a:lnTo>
                <a:lnTo>
                  <a:pt x="2007534" y="642544"/>
                </a:lnTo>
                <a:lnTo>
                  <a:pt x="1983922" y="604179"/>
                </a:lnTo>
                <a:lnTo>
                  <a:pt x="1959052" y="566729"/>
                </a:lnTo>
                <a:lnTo>
                  <a:pt x="1932956" y="530219"/>
                </a:lnTo>
                <a:lnTo>
                  <a:pt x="1905666" y="494679"/>
                </a:lnTo>
                <a:lnTo>
                  <a:pt x="1877212" y="460134"/>
                </a:lnTo>
                <a:lnTo>
                  <a:pt x="1847628" y="426612"/>
                </a:lnTo>
                <a:lnTo>
                  <a:pt x="1816945" y="394140"/>
                </a:lnTo>
                <a:lnTo>
                  <a:pt x="1785193" y="362746"/>
                </a:lnTo>
                <a:lnTo>
                  <a:pt x="1752405" y="332457"/>
                </a:lnTo>
                <a:lnTo>
                  <a:pt x="1718613" y="303301"/>
                </a:lnTo>
                <a:lnTo>
                  <a:pt x="1683848" y="275304"/>
                </a:lnTo>
                <a:lnTo>
                  <a:pt x="1648141" y="248494"/>
                </a:lnTo>
                <a:lnTo>
                  <a:pt x="1611525" y="222898"/>
                </a:lnTo>
                <a:lnTo>
                  <a:pt x="1574031" y="198543"/>
                </a:lnTo>
                <a:lnTo>
                  <a:pt x="1535690" y="175458"/>
                </a:lnTo>
                <a:lnTo>
                  <a:pt x="1496535" y="153669"/>
                </a:lnTo>
                <a:lnTo>
                  <a:pt x="1456597" y="133203"/>
                </a:lnTo>
                <a:lnTo>
                  <a:pt x="1415907" y="114087"/>
                </a:lnTo>
                <a:lnTo>
                  <a:pt x="1374498" y="96350"/>
                </a:lnTo>
                <a:lnTo>
                  <a:pt x="1332400" y="80018"/>
                </a:lnTo>
                <a:lnTo>
                  <a:pt x="1289646" y="65119"/>
                </a:lnTo>
                <a:lnTo>
                  <a:pt x="1246268" y="51680"/>
                </a:lnTo>
                <a:lnTo>
                  <a:pt x="1202295" y="39728"/>
                </a:lnTo>
                <a:lnTo>
                  <a:pt x="1157762" y="29290"/>
                </a:lnTo>
                <a:lnTo>
                  <a:pt x="1112698" y="20394"/>
                </a:lnTo>
                <a:lnTo>
                  <a:pt x="1067137" y="13068"/>
                </a:lnTo>
                <a:lnTo>
                  <a:pt x="1021108" y="7338"/>
                </a:lnTo>
                <a:lnTo>
                  <a:pt x="974645" y="3232"/>
                </a:lnTo>
                <a:lnTo>
                  <a:pt x="927778" y="776"/>
                </a:lnTo>
                <a:lnTo>
                  <a:pt x="880540" y="0"/>
                </a:lnTo>
                <a:lnTo>
                  <a:pt x="832961" y="928"/>
                </a:lnTo>
                <a:lnTo>
                  <a:pt x="785074" y="3590"/>
                </a:lnTo>
                <a:lnTo>
                  <a:pt x="737315" y="7973"/>
                </a:lnTo>
                <a:lnTo>
                  <a:pt x="690114" y="14024"/>
                </a:lnTo>
                <a:lnTo>
                  <a:pt x="643500" y="21713"/>
                </a:lnTo>
                <a:lnTo>
                  <a:pt x="597499" y="31008"/>
                </a:lnTo>
                <a:lnTo>
                  <a:pt x="552139" y="41877"/>
                </a:lnTo>
                <a:lnTo>
                  <a:pt x="507448" y="54288"/>
                </a:lnTo>
                <a:lnTo>
                  <a:pt x="463451" y="68210"/>
                </a:lnTo>
                <a:lnTo>
                  <a:pt x="420177" y="83612"/>
                </a:lnTo>
                <a:lnTo>
                  <a:pt x="377654" y="100461"/>
                </a:lnTo>
                <a:lnTo>
                  <a:pt x="335907" y="118725"/>
                </a:lnTo>
                <a:lnTo>
                  <a:pt x="294966" y="138375"/>
                </a:lnTo>
                <a:lnTo>
                  <a:pt x="254856" y="159376"/>
                </a:lnTo>
                <a:lnTo>
                  <a:pt x="215605" y="181699"/>
                </a:lnTo>
                <a:lnTo>
                  <a:pt x="177241" y="205311"/>
                </a:lnTo>
                <a:lnTo>
                  <a:pt x="139791" y="230181"/>
                </a:lnTo>
                <a:lnTo>
                  <a:pt x="103282" y="256277"/>
                </a:lnTo>
                <a:lnTo>
                  <a:pt x="67742" y="283567"/>
                </a:lnTo>
                <a:lnTo>
                  <a:pt x="33197" y="312020"/>
                </a:lnTo>
                <a:lnTo>
                  <a:pt x="0" y="341319"/>
                </a:lnTo>
              </a:path>
            </a:pathLst>
          </a:custGeom>
          <a:ln w="10134">
            <a:solidFill>
              <a:srgbClr val="BABCB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8" name="object 214">
            <a:extLst>
              <a:ext uri="{FF2B5EF4-FFF2-40B4-BE49-F238E27FC236}">
                <a16:creationId xmlns:a16="http://schemas.microsoft.com/office/drawing/2014/main" id="{AE2E3FC2-680A-B5FB-40EB-DDD44CB4E382}"/>
              </a:ext>
            </a:extLst>
          </p:cNvPr>
          <p:cNvPicPr/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634170" y="1851797"/>
            <a:ext cx="1784387" cy="1784642"/>
          </a:xfrm>
          <a:prstGeom prst="rect">
            <a:avLst/>
          </a:prstGeom>
        </p:spPr>
      </p:pic>
      <p:pic>
        <p:nvPicPr>
          <p:cNvPr id="9" name="object 215">
            <a:extLst>
              <a:ext uri="{FF2B5EF4-FFF2-40B4-BE49-F238E27FC236}">
                <a16:creationId xmlns:a16="http://schemas.microsoft.com/office/drawing/2014/main" id="{D7A10BD1-70C3-A39C-A10A-37E46B183FDC}"/>
              </a:ext>
            </a:extLst>
          </p:cNvPr>
          <p:cNvPicPr/>
          <p:nvPr userDrawn="1"/>
        </p:nvPicPr>
        <p:blipFill>
          <a:blip r:embed="rId4" cstate="print"/>
          <a:stretch>
            <a:fillRect/>
          </a:stretch>
        </p:blipFill>
        <p:spPr>
          <a:xfrm>
            <a:off x="1121631" y="6083903"/>
            <a:ext cx="677039" cy="67758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7B1D22E-A456-2EED-61C7-922550F3676A}"/>
              </a:ext>
            </a:extLst>
          </p:cNvPr>
          <p:cNvSpPr txBox="1"/>
          <p:nvPr userDrawn="1"/>
        </p:nvSpPr>
        <p:spPr bwMode="auto">
          <a:xfrm>
            <a:off x="334963" y="2744118"/>
            <a:ext cx="1152207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ru-RU" sz="2800" b="1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rPr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331654878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Базовый слайд с под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 hidden="1"/>
          <p:cNvSpPr/>
          <p:nvPr>
            <p:custDataLst>
              <p:tags r:id="rId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503030702020504" pitchFamily="34" charset="0"/>
            </a:endParaRPr>
          </a:p>
        </p:txBody>
      </p:sp>
      <p:sp>
        <p:nvSpPr>
          <p:cNvPr id="1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36000" y="908725"/>
            <a:ext cx="11520000" cy="215444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 dirty="0">
                <a:solidFill>
                  <a:schemeClr val="accent6"/>
                </a:solidFill>
                <a:latin typeface="Arial" panose="020B0604020202020204" pitchFamily="34" charset="0"/>
              </a:defRPr>
            </a:lvl1pPr>
            <a:lvl2pPr marL="457224" indent="0" algn="ctr">
              <a:buNone/>
              <a:defRPr sz="2000"/>
            </a:lvl2pPr>
            <a:lvl3pPr marL="914446" indent="0" algn="ctr">
              <a:buNone/>
              <a:defRPr sz="1801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pPr lvl="0" defTabSz="914400"/>
            <a:r>
              <a:rPr lang="ru-RU" dirty="0"/>
              <a:t>Подзаголовок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3F3ED5B-DA7C-4766-98AC-902F744E6F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150528"/>
            <a:ext cx="11520000" cy="369332"/>
          </a:xfrm>
        </p:spPr>
        <p:txBody>
          <a:bodyPr vert="horz"/>
          <a:lstStyle>
            <a:lvl1pPr>
              <a:defRPr b="1"/>
            </a:lvl1pPr>
          </a:lstStyle>
          <a:p>
            <a:r>
              <a:rPr lang="ru-RU" dirty="0"/>
              <a:t>Заголовок</a:t>
            </a:r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5EF05320-B1AF-31D5-71BA-423AC0DFE55C}"/>
              </a:ext>
            </a:extLst>
          </p:cNvPr>
          <p:cNvSpPr/>
          <p:nvPr userDrawn="1"/>
        </p:nvSpPr>
        <p:spPr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423E46-B7A0-4744-B3E1-320992BDBEC7}" type="slidenum">
              <a:rPr kumimoji="0" lang="ru-RU" sz="1000" b="0" i="0" u="none" strike="noStrike" kern="1200" cap="none" spc="0" normalizeH="0" baseline="0" noProof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E0F17F82-0058-D7C0-A101-CD80A644AB71}"/>
              </a:ext>
            </a:extLst>
          </p:cNvPr>
          <p:cNvCxnSpPr>
            <a:cxnSpLocks/>
          </p:cNvCxnSpPr>
          <p:nvPr userDrawn="1"/>
        </p:nvCxnSpPr>
        <p:spPr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03345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vmlDrawing" Target="../drawings/vmlDrawing1.v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Объект 6" hidden="1">
            <a:extLst>
              <a:ext uri="{FF2B5EF4-FFF2-40B4-BE49-F238E27FC236}">
                <a16:creationId xmlns:a16="http://schemas.microsoft.com/office/drawing/2014/main" id="{6ABB0028-3C18-4871-A0BC-367619F943B9}"/>
              </a:ext>
            </a:extLst>
          </p:cNvPr>
          <p:cNvGraphicFramePr>
            <a:graphicFrameLocks noChangeAspect="1"/>
          </p:cNvGraphicFramePr>
          <p:nvPr>
            <p:custDataLst>
              <p:tags r:id="rId23"/>
            </p:custDataLst>
            <p:extLst>
              <p:ext uri="{D42A27DB-BD31-4B8C-83A1-F6EECF244321}">
                <p14:modId xmlns:p14="http://schemas.microsoft.com/office/powerpoint/2010/main" val="1571493799"/>
              </p:ext>
            </p:extLst>
          </p:nvPr>
        </p:nvGraphicFramePr>
        <p:xfrm>
          <a:off x="1813" y="1441"/>
          <a:ext cx="1809" cy="1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Слайд think-cell" r:id="rId24" imgW="384" imgH="384" progId="TCLayout.ActiveDocument.1">
                  <p:embed/>
                </p:oleObj>
              </mc:Choice>
              <mc:Fallback>
                <p:oleObj name="Слайд think-cell" r:id="rId24" imgW="384" imgH="384" progId="TCLayout.ActiveDocument.1">
                  <p:embed/>
                  <p:pic>
                    <p:nvPicPr>
                      <p:cNvPr id="7" name="Объект 6" hidden="1">
                        <a:extLst>
                          <a:ext uri="{FF2B5EF4-FFF2-40B4-BE49-F238E27FC236}">
                            <a16:creationId xmlns:a16="http://schemas.microsoft.com/office/drawing/2014/main" id="{6ABB0028-3C18-4871-A0BC-367619F943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813" y="1441"/>
                        <a:ext cx="1809" cy="14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336000" y="50800"/>
            <a:ext cx="11520000" cy="73866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ru-RU" dirty="0"/>
              <a:t>Заголовок может быть набран </a:t>
            </a:r>
            <a:br>
              <a:rPr lang="ru-RU" dirty="0"/>
            </a:br>
            <a:r>
              <a:rPr lang="ru-RU" dirty="0"/>
              <a:t>в одну или две строки (24 </a:t>
            </a:r>
            <a:r>
              <a:rPr lang="ru-RU" dirty="0" err="1"/>
              <a:t>pt</a:t>
            </a:r>
            <a:r>
              <a:rPr lang="ru-RU" dirty="0"/>
              <a:t>) </a:t>
            </a:r>
          </a:p>
        </p:txBody>
      </p:sp>
      <p:grpSp>
        <p:nvGrpSpPr>
          <p:cNvPr id="72" name="ИЦ" hidden="1">
            <a:extLst>
              <a:ext uri="{FF2B5EF4-FFF2-40B4-BE49-F238E27FC236}">
                <a16:creationId xmlns:a16="http://schemas.microsoft.com/office/drawing/2014/main" id="{6B5B2CB1-D765-4EB7-A0D1-97E014C2B95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54294" y="6387627"/>
            <a:ext cx="802663" cy="321812"/>
            <a:chOff x="664784" y="6387627"/>
            <a:chExt cx="802663" cy="321812"/>
          </a:xfrm>
          <a:solidFill>
            <a:srgbClr val="6C3F98"/>
          </a:solidFill>
        </p:grpSpPr>
        <p:grpSp>
          <p:nvGrpSpPr>
            <p:cNvPr id="69" name="Группа 68">
              <a:extLst>
                <a:ext uri="{FF2B5EF4-FFF2-40B4-BE49-F238E27FC236}">
                  <a16:creationId xmlns:a16="http://schemas.microsoft.com/office/drawing/2014/main" id="{104C684B-DFF6-4FF0-B92B-43C2B8ED9210}"/>
                </a:ext>
              </a:extLst>
            </p:cNvPr>
            <p:cNvGrpSpPr/>
            <p:nvPr userDrawn="1"/>
          </p:nvGrpSpPr>
          <p:grpSpPr>
            <a:xfrm>
              <a:off x="664784" y="6387627"/>
              <a:ext cx="268176" cy="321812"/>
              <a:chOff x="664784" y="6387627"/>
              <a:chExt cx="268176" cy="321812"/>
            </a:xfrm>
            <a:grpFill/>
          </p:grpSpPr>
          <p:sp>
            <p:nvSpPr>
              <p:cNvPr id="46" name="Полилиния: фигура 45">
                <a:extLst>
                  <a:ext uri="{FF2B5EF4-FFF2-40B4-BE49-F238E27FC236}">
                    <a16:creationId xmlns:a16="http://schemas.microsoft.com/office/drawing/2014/main" id="{54E47518-612B-4097-85E4-906677824D86}"/>
                  </a:ext>
                </a:extLst>
              </p:cNvPr>
              <p:cNvSpPr/>
              <p:nvPr/>
            </p:nvSpPr>
            <p:spPr>
              <a:xfrm>
                <a:off x="664784" y="6387627"/>
                <a:ext cx="268176" cy="321812"/>
              </a:xfrm>
              <a:custGeom>
                <a:avLst/>
                <a:gdLst>
                  <a:gd name="connsiteX0" fmla="*/ 119249 w 268176"/>
                  <a:gd name="connsiteY0" fmla="*/ 305542 h 321811"/>
                  <a:gd name="connsiteX1" fmla="*/ 134625 w 268176"/>
                  <a:gd name="connsiteY1" fmla="*/ 320918 h 321811"/>
                  <a:gd name="connsiteX2" fmla="*/ 227950 w 268176"/>
                  <a:gd name="connsiteY2" fmla="*/ 227592 h 321811"/>
                  <a:gd name="connsiteX3" fmla="*/ 266567 w 268176"/>
                  <a:gd name="connsiteY3" fmla="*/ 134625 h 321811"/>
                  <a:gd name="connsiteX4" fmla="*/ 134625 w 268176"/>
                  <a:gd name="connsiteY4" fmla="*/ 2682 h 321811"/>
                  <a:gd name="connsiteX5" fmla="*/ 2682 w 268176"/>
                  <a:gd name="connsiteY5" fmla="*/ 134267 h 321811"/>
                  <a:gd name="connsiteX6" fmla="*/ 41299 w 268176"/>
                  <a:gd name="connsiteY6" fmla="*/ 227235 h 321811"/>
                  <a:gd name="connsiteX7" fmla="*/ 49166 w 268176"/>
                  <a:gd name="connsiteY7" fmla="*/ 230453 h 321811"/>
                  <a:gd name="connsiteX8" fmla="*/ 59893 w 268176"/>
                  <a:gd name="connsiteY8" fmla="*/ 219726 h 321811"/>
                  <a:gd name="connsiteX9" fmla="*/ 56675 w 268176"/>
                  <a:gd name="connsiteY9" fmla="*/ 211859 h 321811"/>
                  <a:gd name="connsiteX10" fmla="*/ 24493 w 268176"/>
                  <a:gd name="connsiteY10" fmla="*/ 133909 h 321811"/>
                  <a:gd name="connsiteX11" fmla="*/ 134982 w 268176"/>
                  <a:gd name="connsiteY11" fmla="*/ 23421 h 321811"/>
                  <a:gd name="connsiteX12" fmla="*/ 245471 w 268176"/>
                  <a:gd name="connsiteY12" fmla="*/ 133909 h 321811"/>
                  <a:gd name="connsiteX13" fmla="*/ 213290 w 268176"/>
                  <a:gd name="connsiteY13" fmla="*/ 211859 h 321811"/>
                  <a:gd name="connsiteX14" fmla="*/ 119249 w 268176"/>
                  <a:gd name="connsiteY14" fmla="*/ 305542 h 321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68176" h="321811">
                    <a:moveTo>
                      <a:pt x="119249" y="305542"/>
                    </a:moveTo>
                    <a:lnTo>
                      <a:pt x="134625" y="320918"/>
                    </a:lnTo>
                    <a:lnTo>
                      <a:pt x="227950" y="227592"/>
                    </a:lnTo>
                    <a:cubicBezTo>
                      <a:pt x="251907" y="203635"/>
                      <a:pt x="266567" y="170739"/>
                      <a:pt x="266567" y="134625"/>
                    </a:cubicBezTo>
                    <a:cubicBezTo>
                      <a:pt x="266567" y="61681"/>
                      <a:pt x="207569" y="2682"/>
                      <a:pt x="134625" y="2682"/>
                    </a:cubicBezTo>
                    <a:cubicBezTo>
                      <a:pt x="61681" y="2682"/>
                      <a:pt x="2682" y="61323"/>
                      <a:pt x="2682" y="134267"/>
                    </a:cubicBezTo>
                    <a:cubicBezTo>
                      <a:pt x="2682" y="170739"/>
                      <a:pt x="17342" y="203635"/>
                      <a:pt x="41299" y="227235"/>
                    </a:cubicBezTo>
                    <a:cubicBezTo>
                      <a:pt x="43087" y="229023"/>
                      <a:pt x="45948" y="230453"/>
                      <a:pt x="49166" y="230453"/>
                    </a:cubicBezTo>
                    <a:cubicBezTo>
                      <a:pt x="55244" y="230453"/>
                      <a:pt x="59893" y="225447"/>
                      <a:pt x="59893" y="219726"/>
                    </a:cubicBezTo>
                    <a:cubicBezTo>
                      <a:pt x="59893" y="216865"/>
                      <a:pt x="58462" y="214005"/>
                      <a:pt x="56675" y="211859"/>
                    </a:cubicBezTo>
                    <a:cubicBezTo>
                      <a:pt x="36651" y="191836"/>
                      <a:pt x="24493" y="164660"/>
                      <a:pt x="24493" y="133909"/>
                    </a:cubicBezTo>
                    <a:cubicBezTo>
                      <a:pt x="24493" y="73123"/>
                      <a:pt x="74195" y="23421"/>
                      <a:pt x="134982" y="23421"/>
                    </a:cubicBezTo>
                    <a:cubicBezTo>
                      <a:pt x="195769" y="23421"/>
                      <a:pt x="245471" y="73123"/>
                      <a:pt x="245471" y="133909"/>
                    </a:cubicBezTo>
                    <a:cubicBezTo>
                      <a:pt x="245471" y="164303"/>
                      <a:pt x="232956" y="192193"/>
                      <a:pt x="213290" y="211859"/>
                    </a:cubicBezTo>
                    <a:lnTo>
                      <a:pt x="119249" y="30554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>
                <a:extLst>
                  <a:ext uri="{FF2B5EF4-FFF2-40B4-BE49-F238E27FC236}">
                    <a16:creationId xmlns:a16="http://schemas.microsoft.com/office/drawing/2014/main" id="{9D54408C-B4FE-42BA-9555-44A5FFCB14A8}"/>
                  </a:ext>
                </a:extLst>
              </p:cNvPr>
              <p:cNvSpPr/>
              <p:nvPr/>
            </p:nvSpPr>
            <p:spPr>
              <a:xfrm>
                <a:off x="761328" y="6430893"/>
                <a:ext cx="39333" cy="39333"/>
              </a:xfrm>
              <a:custGeom>
                <a:avLst/>
                <a:gdLst>
                  <a:gd name="connsiteX0" fmla="*/ 20918 w 39332"/>
                  <a:gd name="connsiteY0" fmla="*/ 39154 h 39332"/>
                  <a:gd name="connsiteX1" fmla="*/ 39154 w 39332"/>
                  <a:gd name="connsiteY1" fmla="*/ 20918 h 39332"/>
                  <a:gd name="connsiteX2" fmla="*/ 20918 w 39332"/>
                  <a:gd name="connsiteY2" fmla="*/ 2682 h 39332"/>
                  <a:gd name="connsiteX3" fmla="*/ 2682 w 39332"/>
                  <a:gd name="connsiteY3" fmla="*/ 20918 h 39332"/>
                  <a:gd name="connsiteX4" fmla="*/ 20918 w 39332"/>
                  <a:gd name="connsiteY4" fmla="*/ 39154 h 39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9332" h="39332">
                    <a:moveTo>
                      <a:pt x="20918" y="39154"/>
                    </a:moveTo>
                    <a:cubicBezTo>
                      <a:pt x="31287" y="39154"/>
                      <a:pt x="39154" y="30930"/>
                      <a:pt x="39154" y="20918"/>
                    </a:cubicBezTo>
                    <a:cubicBezTo>
                      <a:pt x="39154" y="10906"/>
                      <a:pt x="30930" y="2682"/>
                      <a:pt x="20918" y="2682"/>
                    </a:cubicBezTo>
                    <a:cubicBezTo>
                      <a:pt x="10548" y="2682"/>
                      <a:pt x="2682" y="10906"/>
                      <a:pt x="2682" y="20918"/>
                    </a:cubicBezTo>
                    <a:cubicBezTo>
                      <a:pt x="2682" y="30930"/>
                      <a:pt x="10548" y="39154"/>
                      <a:pt x="20918" y="39154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8" name="Полилиния: фигура 47">
                <a:extLst>
                  <a:ext uri="{FF2B5EF4-FFF2-40B4-BE49-F238E27FC236}">
                    <a16:creationId xmlns:a16="http://schemas.microsoft.com/office/drawing/2014/main" id="{F9CA0611-0FCA-45AB-871B-3C06046B0712}"/>
                  </a:ext>
                </a:extLst>
              </p:cNvPr>
              <p:cNvSpPr/>
              <p:nvPr/>
            </p:nvSpPr>
            <p:spPr>
              <a:xfrm>
                <a:off x="744880" y="6475946"/>
                <a:ext cx="71514" cy="135876"/>
              </a:xfrm>
              <a:custGeom>
                <a:avLst/>
                <a:gdLst>
                  <a:gd name="connsiteX0" fmla="*/ 30930 w 71513"/>
                  <a:gd name="connsiteY0" fmla="*/ 44875 h 135876"/>
                  <a:gd name="connsiteX1" fmla="*/ 72050 w 71513"/>
                  <a:gd name="connsiteY1" fmla="*/ 28784 h 135876"/>
                  <a:gd name="connsiteX2" fmla="*/ 72050 w 71513"/>
                  <a:gd name="connsiteY2" fmla="*/ 10191 h 135876"/>
                  <a:gd name="connsiteX3" fmla="*/ 52384 w 71513"/>
                  <a:gd name="connsiteY3" fmla="*/ 2682 h 135876"/>
                  <a:gd name="connsiteX4" fmla="*/ 22348 w 71513"/>
                  <a:gd name="connsiteY4" fmla="*/ 2682 h 135876"/>
                  <a:gd name="connsiteX5" fmla="*/ 2682 w 71513"/>
                  <a:gd name="connsiteY5" fmla="*/ 10191 h 135876"/>
                  <a:gd name="connsiteX6" fmla="*/ 2682 w 71513"/>
                  <a:gd name="connsiteY6" fmla="*/ 67402 h 135876"/>
                  <a:gd name="connsiteX7" fmla="*/ 19488 w 71513"/>
                  <a:gd name="connsiteY7" fmla="*/ 74911 h 135876"/>
                  <a:gd name="connsiteX8" fmla="*/ 25209 w 71513"/>
                  <a:gd name="connsiteY8" fmla="*/ 134267 h 135876"/>
                  <a:gd name="connsiteX9" fmla="*/ 49881 w 71513"/>
                  <a:gd name="connsiteY9" fmla="*/ 134267 h 135876"/>
                  <a:gd name="connsiteX10" fmla="*/ 51669 w 71513"/>
                  <a:gd name="connsiteY10" fmla="*/ 113170 h 135876"/>
                  <a:gd name="connsiteX11" fmla="*/ 30930 w 71513"/>
                  <a:gd name="connsiteY11" fmla="*/ 44875 h 135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1513" h="135876">
                    <a:moveTo>
                      <a:pt x="30930" y="44875"/>
                    </a:moveTo>
                    <a:lnTo>
                      <a:pt x="72050" y="28784"/>
                    </a:lnTo>
                    <a:lnTo>
                      <a:pt x="72050" y="10191"/>
                    </a:lnTo>
                    <a:lnTo>
                      <a:pt x="52384" y="2682"/>
                    </a:lnTo>
                    <a:lnTo>
                      <a:pt x="22348" y="2682"/>
                    </a:lnTo>
                    <a:lnTo>
                      <a:pt x="2682" y="10191"/>
                    </a:lnTo>
                    <a:lnTo>
                      <a:pt x="2682" y="67402"/>
                    </a:lnTo>
                    <a:lnTo>
                      <a:pt x="19488" y="74911"/>
                    </a:lnTo>
                    <a:lnTo>
                      <a:pt x="25209" y="134267"/>
                    </a:lnTo>
                    <a:lnTo>
                      <a:pt x="49881" y="134267"/>
                    </a:lnTo>
                    <a:lnTo>
                      <a:pt x="51669" y="113170"/>
                    </a:lnTo>
                    <a:cubicBezTo>
                      <a:pt x="26996" y="84565"/>
                      <a:pt x="30930" y="44875"/>
                      <a:pt x="30930" y="44875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>
                <a:extLst>
                  <a:ext uri="{FF2B5EF4-FFF2-40B4-BE49-F238E27FC236}">
                    <a16:creationId xmlns:a16="http://schemas.microsoft.com/office/drawing/2014/main" id="{B5503841-C42F-464A-86B9-9EAA8A907C0A}"/>
                  </a:ext>
                </a:extLst>
              </p:cNvPr>
              <p:cNvSpPr/>
              <p:nvPr/>
            </p:nvSpPr>
            <p:spPr>
              <a:xfrm>
                <a:off x="768529" y="6496685"/>
                <a:ext cx="96544" cy="114422"/>
              </a:xfrm>
              <a:custGeom>
                <a:avLst/>
                <a:gdLst>
                  <a:gd name="connsiteX0" fmla="*/ 11213 w 96543"/>
                  <a:gd name="connsiteY0" fmla="*/ 26996 h 114421"/>
                  <a:gd name="connsiteX1" fmla="*/ 48400 w 96543"/>
                  <a:gd name="connsiteY1" fmla="*/ 103516 h 114421"/>
                  <a:gd name="connsiteX2" fmla="*/ 85588 w 96543"/>
                  <a:gd name="connsiteY2" fmla="*/ 26996 h 114421"/>
                  <a:gd name="connsiteX3" fmla="*/ 48400 w 96543"/>
                  <a:gd name="connsiteY3" fmla="*/ 12336 h 114421"/>
                  <a:gd name="connsiteX4" fmla="*/ 11213 w 96543"/>
                  <a:gd name="connsiteY4" fmla="*/ 26996 h 114421"/>
                  <a:gd name="connsiteX5" fmla="*/ 48400 w 96543"/>
                  <a:gd name="connsiteY5" fmla="*/ 113170 h 114421"/>
                  <a:gd name="connsiteX6" fmla="*/ 46255 w 96543"/>
                  <a:gd name="connsiteY6" fmla="*/ 112098 h 114421"/>
                  <a:gd name="connsiteX7" fmla="*/ 2989 w 96543"/>
                  <a:gd name="connsiteY7" fmla="*/ 23421 h 114421"/>
                  <a:gd name="connsiteX8" fmla="*/ 3347 w 96543"/>
                  <a:gd name="connsiteY8" fmla="*/ 20560 h 114421"/>
                  <a:gd name="connsiteX9" fmla="*/ 48400 w 96543"/>
                  <a:gd name="connsiteY9" fmla="*/ 2682 h 114421"/>
                  <a:gd name="connsiteX10" fmla="*/ 93454 w 96543"/>
                  <a:gd name="connsiteY10" fmla="*/ 20560 h 114421"/>
                  <a:gd name="connsiteX11" fmla="*/ 93812 w 96543"/>
                  <a:gd name="connsiteY11" fmla="*/ 23421 h 114421"/>
                  <a:gd name="connsiteX12" fmla="*/ 50546 w 96543"/>
                  <a:gd name="connsiteY12" fmla="*/ 112098 h 114421"/>
                  <a:gd name="connsiteX13" fmla="*/ 48400 w 96543"/>
                  <a:gd name="connsiteY13" fmla="*/ 113170 h 1144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96543" h="114421">
                    <a:moveTo>
                      <a:pt x="11213" y="26996"/>
                    </a:moveTo>
                    <a:cubicBezTo>
                      <a:pt x="10856" y="38081"/>
                      <a:pt x="11929" y="82420"/>
                      <a:pt x="48400" y="103516"/>
                    </a:cubicBezTo>
                    <a:cubicBezTo>
                      <a:pt x="84872" y="82420"/>
                      <a:pt x="85945" y="38081"/>
                      <a:pt x="85588" y="26996"/>
                    </a:cubicBezTo>
                    <a:lnTo>
                      <a:pt x="48400" y="12336"/>
                    </a:lnTo>
                    <a:lnTo>
                      <a:pt x="11213" y="26996"/>
                    </a:lnTo>
                    <a:close/>
                    <a:moveTo>
                      <a:pt x="48400" y="113170"/>
                    </a:moveTo>
                    <a:lnTo>
                      <a:pt x="46255" y="112098"/>
                    </a:lnTo>
                    <a:cubicBezTo>
                      <a:pt x="-2374" y="85638"/>
                      <a:pt x="2632" y="25924"/>
                      <a:pt x="2989" y="23421"/>
                    </a:cubicBezTo>
                    <a:lnTo>
                      <a:pt x="3347" y="20560"/>
                    </a:lnTo>
                    <a:lnTo>
                      <a:pt x="48400" y="2682"/>
                    </a:lnTo>
                    <a:lnTo>
                      <a:pt x="93454" y="20560"/>
                    </a:lnTo>
                    <a:lnTo>
                      <a:pt x="93812" y="23421"/>
                    </a:lnTo>
                    <a:cubicBezTo>
                      <a:pt x="94169" y="25924"/>
                      <a:pt x="99175" y="85638"/>
                      <a:pt x="50546" y="112098"/>
                    </a:cubicBezTo>
                    <a:lnTo>
                      <a:pt x="48400" y="11317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70" name="Группа 69">
              <a:extLst>
                <a:ext uri="{FF2B5EF4-FFF2-40B4-BE49-F238E27FC236}">
                  <a16:creationId xmlns:a16="http://schemas.microsoft.com/office/drawing/2014/main" id="{4EB69512-49B2-46B0-894B-070F8C4D61AA}"/>
                </a:ext>
              </a:extLst>
            </p:cNvPr>
            <p:cNvGrpSpPr/>
            <p:nvPr userDrawn="1"/>
          </p:nvGrpSpPr>
          <p:grpSpPr>
            <a:xfrm>
              <a:off x="974003" y="6437687"/>
              <a:ext cx="493444" cy="173778"/>
              <a:chOff x="995893" y="6437687"/>
              <a:chExt cx="493444" cy="173778"/>
            </a:xfrm>
            <a:grpFill/>
          </p:grpSpPr>
          <p:sp>
            <p:nvSpPr>
              <p:cNvPr id="50" name="Полилиния: фигура 49">
                <a:extLst>
                  <a:ext uri="{FF2B5EF4-FFF2-40B4-BE49-F238E27FC236}">
                    <a16:creationId xmlns:a16="http://schemas.microsoft.com/office/drawing/2014/main" id="{5DC03B64-2D4B-43E6-82BE-523229540B2B}"/>
                  </a:ext>
                </a:extLst>
              </p:cNvPr>
              <p:cNvSpPr/>
              <p:nvPr/>
            </p:nvSpPr>
            <p:spPr>
              <a:xfrm>
                <a:off x="1002329" y="6439117"/>
                <a:ext cx="50060" cy="64362"/>
              </a:xfrm>
              <a:custGeom>
                <a:avLst/>
                <a:gdLst>
                  <a:gd name="connsiteX0" fmla="*/ 48451 w 50059"/>
                  <a:gd name="connsiteY0" fmla="*/ 44160 h 64362"/>
                  <a:gd name="connsiteX1" fmla="*/ 26996 w 50059"/>
                  <a:gd name="connsiteY1" fmla="*/ 62396 h 64362"/>
                  <a:gd name="connsiteX2" fmla="*/ 2682 w 50059"/>
                  <a:gd name="connsiteY2" fmla="*/ 62396 h 64362"/>
                  <a:gd name="connsiteX3" fmla="*/ 2682 w 50059"/>
                  <a:gd name="connsiteY3" fmla="*/ 2682 h 64362"/>
                  <a:gd name="connsiteX4" fmla="*/ 44517 w 50059"/>
                  <a:gd name="connsiteY4" fmla="*/ 2682 h 64362"/>
                  <a:gd name="connsiteX5" fmla="*/ 40942 w 50059"/>
                  <a:gd name="connsiteY5" fmla="*/ 12694 h 64362"/>
                  <a:gd name="connsiteX6" fmla="*/ 13766 w 50059"/>
                  <a:gd name="connsiteY6" fmla="*/ 12694 h 64362"/>
                  <a:gd name="connsiteX7" fmla="*/ 13766 w 50059"/>
                  <a:gd name="connsiteY7" fmla="*/ 25924 h 64362"/>
                  <a:gd name="connsiteX8" fmla="*/ 26996 w 50059"/>
                  <a:gd name="connsiteY8" fmla="*/ 25924 h 64362"/>
                  <a:gd name="connsiteX9" fmla="*/ 48451 w 50059"/>
                  <a:gd name="connsiteY9" fmla="*/ 44160 h 64362"/>
                  <a:gd name="connsiteX10" fmla="*/ 25924 w 50059"/>
                  <a:gd name="connsiteY10" fmla="*/ 35221 h 64362"/>
                  <a:gd name="connsiteX11" fmla="*/ 13766 w 50059"/>
                  <a:gd name="connsiteY11" fmla="*/ 35221 h 64362"/>
                  <a:gd name="connsiteX12" fmla="*/ 13766 w 50059"/>
                  <a:gd name="connsiteY12" fmla="*/ 53099 h 64362"/>
                  <a:gd name="connsiteX13" fmla="*/ 25924 w 50059"/>
                  <a:gd name="connsiteY13" fmla="*/ 53099 h 64362"/>
                  <a:gd name="connsiteX14" fmla="*/ 36651 w 50059"/>
                  <a:gd name="connsiteY14" fmla="*/ 44160 h 64362"/>
                  <a:gd name="connsiteX15" fmla="*/ 25924 w 50059"/>
                  <a:gd name="connsiteY15" fmla="*/ 35221 h 64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50059" h="64362">
                    <a:moveTo>
                      <a:pt x="48451" y="44160"/>
                    </a:moveTo>
                    <a:cubicBezTo>
                      <a:pt x="48451" y="54887"/>
                      <a:pt x="40226" y="62396"/>
                      <a:pt x="26996" y="62396"/>
                    </a:cubicBezTo>
                    <a:lnTo>
                      <a:pt x="2682" y="62396"/>
                    </a:lnTo>
                    <a:lnTo>
                      <a:pt x="2682" y="2682"/>
                    </a:lnTo>
                    <a:lnTo>
                      <a:pt x="44517" y="2682"/>
                    </a:lnTo>
                    <a:lnTo>
                      <a:pt x="40942" y="12694"/>
                    </a:lnTo>
                    <a:lnTo>
                      <a:pt x="13766" y="12694"/>
                    </a:lnTo>
                    <a:lnTo>
                      <a:pt x="13766" y="25924"/>
                    </a:lnTo>
                    <a:lnTo>
                      <a:pt x="26996" y="25924"/>
                    </a:lnTo>
                    <a:cubicBezTo>
                      <a:pt x="40226" y="25924"/>
                      <a:pt x="48451" y="33433"/>
                      <a:pt x="48451" y="44160"/>
                    </a:cubicBezTo>
                    <a:close/>
                    <a:moveTo>
                      <a:pt x="25924" y="35221"/>
                    </a:moveTo>
                    <a:lnTo>
                      <a:pt x="13766" y="35221"/>
                    </a:lnTo>
                    <a:lnTo>
                      <a:pt x="13766" y="53099"/>
                    </a:lnTo>
                    <a:lnTo>
                      <a:pt x="25924" y="53099"/>
                    </a:lnTo>
                    <a:cubicBezTo>
                      <a:pt x="32360" y="53099"/>
                      <a:pt x="36651" y="50238"/>
                      <a:pt x="36651" y="44160"/>
                    </a:cubicBezTo>
                    <a:cubicBezTo>
                      <a:pt x="36293" y="38439"/>
                      <a:pt x="32002" y="35221"/>
                      <a:pt x="25924" y="3522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>
                <a:extLst>
                  <a:ext uri="{FF2B5EF4-FFF2-40B4-BE49-F238E27FC236}">
                    <a16:creationId xmlns:a16="http://schemas.microsoft.com/office/drawing/2014/main" id="{A188215A-A4D8-451A-AD92-8AD4727C7D28}"/>
                  </a:ext>
                </a:extLst>
              </p:cNvPr>
              <p:cNvSpPr/>
              <p:nvPr/>
            </p:nvSpPr>
            <p:spPr>
              <a:xfrm>
                <a:off x="1053819" y="6455207"/>
                <a:ext cx="46484" cy="46484"/>
              </a:xfrm>
              <a:custGeom>
                <a:avLst/>
                <a:gdLst>
                  <a:gd name="connsiteX0" fmla="*/ 2682 w 46483"/>
                  <a:gd name="connsiteY0" fmla="*/ 25209 h 46483"/>
                  <a:gd name="connsiteX1" fmla="*/ 23778 w 46483"/>
                  <a:gd name="connsiteY1" fmla="*/ 2682 h 46483"/>
                  <a:gd name="connsiteX2" fmla="*/ 44517 w 46483"/>
                  <a:gd name="connsiteY2" fmla="*/ 26281 h 46483"/>
                  <a:gd name="connsiteX3" fmla="*/ 44517 w 46483"/>
                  <a:gd name="connsiteY3" fmla="*/ 28427 h 46483"/>
                  <a:gd name="connsiteX4" fmla="*/ 14482 w 46483"/>
                  <a:gd name="connsiteY4" fmla="*/ 28427 h 46483"/>
                  <a:gd name="connsiteX5" fmla="*/ 25924 w 46483"/>
                  <a:gd name="connsiteY5" fmla="*/ 37723 h 46483"/>
                  <a:gd name="connsiteX6" fmla="*/ 35578 w 46483"/>
                  <a:gd name="connsiteY6" fmla="*/ 33433 h 46483"/>
                  <a:gd name="connsiteX7" fmla="*/ 42372 w 46483"/>
                  <a:gd name="connsiteY7" fmla="*/ 40226 h 46483"/>
                  <a:gd name="connsiteX8" fmla="*/ 24493 w 46483"/>
                  <a:gd name="connsiteY8" fmla="*/ 47020 h 46483"/>
                  <a:gd name="connsiteX9" fmla="*/ 2682 w 46483"/>
                  <a:gd name="connsiteY9" fmla="*/ 25209 h 46483"/>
                  <a:gd name="connsiteX10" fmla="*/ 32718 w 46483"/>
                  <a:gd name="connsiteY10" fmla="*/ 20560 h 46483"/>
                  <a:gd name="connsiteX11" fmla="*/ 23421 w 46483"/>
                  <a:gd name="connsiteY11" fmla="*/ 11263 h 46483"/>
                  <a:gd name="connsiteX12" fmla="*/ 13766 w 46483"/>
                  <a:gd name="connsiteY12" fmla="*/ 20560 h 46483"/>
                  <a:gd name="connsiteX13" fmla="*/ 32718 w 46483"/>
                  <a:gd name="connsiteY13" fmla="*/ 20560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6483" h="46483">
                    <a:moveTo>
                      <a:pt x="2682" y="25209"/>
                    </a:moveTo>
                    <a:cubicBezTo>
                      <a:pt x="2682" y="11979"/>
                      <a:pt x="11621" y="2682"/>
                      <a:pt x="23778" y="2682"/>
                    </a:cubicBezTo>
                    <a:cubicBezTo>
                      <a:pt x="35221" y="2682"/>
                      <a:pt x="44517" y="10191"/>
                      <a:pt x="44517" y="26281"/>
                    </a:cubicBezTo>
                    <a:lnTo>
                      <a:pt x="44517" y="28427"/>
                    </a:lnTo>
                    <a:lnTo>
                      <a:pt x="14482" y="28427"/>
                    </a:lnTo>
                    <a:cubicBezTo>
                      <a:pt x="15554" y="34863"/>
                      <a:pt x="20560" y="37723"/>
                      <a:pt x="25924" y="37723"/>
                    </a:cubicBezTo>
                    <a:cubicBezTo>
                      <a:pt x="29857" y="37723"/>
                      <a:pt x="33433" y="35936"/>
                      <a:pt x="35578" y="33433"/>
                    </a:cubicBezTo>
                    <a:lnTo>
                      <a:pt x="42372" y="40226"/>
                    </a:lnTo>
                    <a:cubicBezTo>
                      <a:pt x="37724" y="44875"/>
                      <a:pt x="31645" y="47020"/>
                      <a:pt x="24493" y="47020"/>
                    </a:cubicBezTo>
                    <a:cubicBezTo>
                      <a:pt x="13051" y="47378"/>
                      <a:pt x="2682" y="39154"/>
                      <a:pt x="2682" y="25209"/>
                    </a:cubicBezTo>
                    <a:close/>
                    <a:moveTo>
                      <a:pt x="32718" y="20560"/>
                    </a:moveTo>
                    <a:cubicBezTo>
                      <a:pt x="32360" y="15197"/>
                      <a:pt x="28784" y="11263"/>
                      <a:pt x="23421" y="11263"/>
                    </a:cubicBezTo>
                    <a:cubicBezTo>
                      <a:pt x="18057" y="11263"/>
                      <a:pt x="14482" y="15554"/>
                      <a:pt x="13766" y="20560"/>
                    </a:cubicBezTo>
                    <a:lnTo>
                      <a:pt x="32718" y="2056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2" name="Полилиния: фигура 51">
                <a:extLst>
                  <a:ext uri="{FF2B5EF4-FFF2-40B4-BE49-F238E27FC236}">
                    <a16:creationId xmlns:a16="http://schemas.microsoft.com/office/drawing/2014/main" id="{9D4BECD6-CC15-462B-930F-CA1D06D741DD}"/>
                  </a:ext>
                </a:extLst>
              </p:cNvPr>
              <p:cNvSpPr/>
              <p:nvPr/>
            </p:nvSpPr>
            <p:spPr>
              <a:xfrm>
                <a:off x="1099588" y="6455207"/>
                <a:ext cx="42908" cy="50060"/>
              </a:xfrm>
              <a:custGeom>
                <a:avLst/>
                <a:gdLst>
                  <a:gd name="connsiteX0" fmla="*/ 2682 w 42908"/>
                  <a:gd name="connsiteY0" fmla="*/ 41657 h 50059"/>
                  <a:gd name="connsiteX1" fmla="*/ 9476 w 42908"/>
                  <a:gd name="connsiteY1" fmla="*/ 34863 h 50059"/>
                  <a:gd name="connsiteX2" fmla="*/ 20918 w 42908"/>
                  <a:gd name="connsiteY2" fmla="*/ 38796 h 50059"/>
                  <a:gd name="connsiteX3" fmla="*/ 28784 w 42908"/>
                  <a:gd name="connsiteY3" fmla="*/ 33790 h 50059"/>
                  <a:gd name="connsiteX4" fmla="*/ 20560 w 42908"/>
                  <a:gd name="connsiteY4" fmla="*/ 29142 h 50059"/>
                  <a:gd name="connsiteX5" fmla="*/ 14839 w 42908"/>
                  <a:gd name="connsiteY5" fmla="*/ 29142 h 50059"/>
                  <a:gd name="connsiteX6" fmla="*/ 14839 w 42908"/>
                  <a:gd name="connsiteY6" fmla="*/ 20560 h 50059"/>
                  <a:gd name="connsiteX7" fmla="*/ 20918 w 42908"/>
                  <a:gd name="connsiteY7" fmla="*/ 20560 h 50059"/>
                  <a:gd name="connsiteX8" fmla="*/ 28069 w 42908"/>
                  <a:gd name="connsiteY8" fmla="*/ 15912 h 50059"/>
                  <a:gd name="connsiteX9" fmla="*/ 21633 w 42908"/>
                  <a:gd name="connsiteY9" fmla="*/ 11621 h 50059"/>
                  <a:gd name="connsiteX10" fmla="*/ 10906 w 42908"/>
                  <a:gd name="connsiteY10" fmla="*/ 14839 h 50059"/>
                  <a:gd name="connsiteX11" fmla="*/ 4470 w 42908"/>
                  <a:gd name="connsiteY11" fmla="*/ 8403 h 50059"/>
                  <a:gd name="connsiteX12" fmla="*/ 22348 w 42908"/>
                  <a:gd name="connsiteY12" fmla="*/ 2682 h 50059"/>
                  <a:gd name="connsiteX13" fmla="*/ 38796 w 42908"/>
                  <a:gd name="connsiteY13" fmla="*/ 14839 h 50059"/>
                  <a:gd name="connsiteX14" fmla="*/ 33075 w 42908"/>
                  <a:gd name="connsiteY14" fmla="*/ 24136 h 50059"/>
                  <a:gd name="connsiteX15" fmla="*/ 33075 w 42908"/>
                  <a:gd name="connsiteY15" fmla="*/ 24136 h 50059"/>
                  <a:gd name="connsiteX16" fmla="*/ 40226 w 42908"/>
                  <a:gd name="connsiteY16" fmla="*/ 33790 h 50059"/>
                  <a:gd name="connsiteX17" fmla="*/ 21633 w 42908"/>
                  <a:gd name="connsiteY17" fmla="*/ 47378 h 50059"/>
                  <a:gd name="connsiteX18" fmla="*/ 2682 w 42908"/>
                  <a:gd name="connsiteY18" fmla="*/ 41657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908" h="50059">
                    <a:moveTo>
                      <a:pt x="2682" y="41657"/>
                    </a:moveTo>
                    <a:lnTo>
                      <a:pt x="9476" y="34863"/>
                    </a:lnTo>
                    <a:cubicBezTo>
                      <a:pt x="11979" y="37008"/>
                      <a:pt x="16627" y="38796"/>
                      <a:pt x="20918" y="38796"/>
                    </a:cubicBezTo>
                    <a:cubicBezTo>
                      <a:pt x="25566" y="38796"/>
                      <a:pt x="28784" y="37008"/>
                      <a:pt x="28784" y="33790"/>
                    </a:cubicBezTo>
                    <a:cubicBezTo>
                      <a:pt x="28784" y="30930"/>
                      <a:pt x="26639" y="29142"/>
                      <a:pt x="20560" y="29142"/>
                    </a:cubicBezTo>
                    <a:lnTo>
                      <a:pt x="14839" y="29142"/>
                    </a:lnTo>
                    <a:lnTo>
                      <a:pt x="14839" y="20560"/>
                    </a:lnTo>
                    <a:lnTo>
                      <a:pt x="20918" y="20560"/>
                    </a:lnTo>
                    <a:cubicBezTo>
                      <a:pt x="25566" y="20560"/>
                      <a:pt x="28069" y="18415"/>
                      <a:pt x="28069" y="15912"/>
                    </a:cubicBezTo>
                    <a:cubicBezTo>
                      <a:pt x="28069" y="13051"/>
                      <a:pt x="24851" y="11621"/>
                      <a:pt x="21633" y="11621"/>
                    </a:cubicBezTo>
                    <a:cubicBezTo>
                      <a:pt x="18415" y="11621"/>
                      <a:pt x="13766" y="13051"/>
                      <a:pt x="10906" y="14839"/>
                    </a:cubicBezTo>
                    <a:lnTo>
                      <a:pt x="4470" y="8403"/>
                    </a:lnTo>
                    <a:cubicBezTo>
                      <a:pt x="9118" y="4827"/>
                      <a:pt x="16269" y="2682"/>
                      <a:pt x="22348" y="2682"/>
                    </a:cubicBezTo>
                    <a:cubicBezTo>
                      <a:pt x="31645" y="2682"/>
                      <a:pt x="38796" y="7688"/>
                      <a:pt x="38796" y="14839"/>
                    </a:cubicBezTo>
                    <a:cubicBezTo>
                      <a:pt x="38796" y="18772"/>
                      <a:pt x="36651" y="22348"/>
                      <a:pt x="33075" y="24136"/>
                    </a:cubicBezTo>
                    <a:lnTo>
                      <a:pt x="33075" y="24136"/>
                    </a:lnTo>
                    <a:cubicBezTo>
                      <a:pt x="37366" y="25566"/>
                      <a:pt x="40226" y="29499"/>
                      <a:pt x="40226" y="33790"/>
                    </a:cubicBezTo>
                    <a:cubicBezTo>
                      <a:pt x="40226" y="42014"/>
                      <a:pt x="32002" y="47378"/>
                      <a:pt x="21633" y="47378"/>
                    </a:cubicBezTo>
                    <a:cubicBezTo>
                      <a:pt x="12694" y="47378"/>
                      <a:pt x="6973" y="44875"/>
                      <a:pt x="2682" y="4165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>
                <a:extLst>
                  <a:ext uri="{FF2B5EF4-FFF2-40B4-BE49-F238E27FC236}">
                    <a16:creationId xmlns:a16="http://schemas.microsoft.com/office/drawing/2014/main" id="{62DBB99B-61B0-44B9-AB1B-244BDB52121B}"/>
                  </a:ext>
                </a:extLst>
              </p:cNvPr>
              <p:cNvSpPr/>
              <p:nvPr/>
            </p:nvSpPr>
            <p:spPr>
              <a:xfrm>
                <a:off x="1143211" y="6454850"/>
                <a:ext cx="46484" cy="50060"/>
              </a:xfrm>
              <a:custGeom>
                <a:avLst/>
                <a:gdLst>
                  <a:gd name="connsiteX0" fmla="*/ 2682 w 46483"/>
                  <a:gd name="connsiteY0" fmla="*/ 25209 h 50059"/>
                  <a:gd name="connsiteX1" fmla="*/ 24493 w 46483"/>
                  <a:gd name="connsiteY1" fmla="*/ 2682 h 50059"/>
                  <a:gd name="connsiteX2" fmla="*/ 46305 w 46483"/>
                  <a:gd name="connsiteY2" fmla="*/ 25209 h 50059"/>
                  <a:gd name="connsiteX3" fmla="*/ 24493 w 46483"/>
                  <a:gd name="connsiteY3" fmla="*/ 47735 h 50059"/>
                  <a:gd name="connsiteX4" fmla="*/ 2682 w 46483"/>
                  <a:gd name="connsiteY4" fmla="*/ 25209 h 50059"/>
                  <a:gd name="connsiteX5" fmla="*/ 35221 w 46483"/>
                  <a:gd name="connsiteY5" fmla="*/ 25209 h 50059"/>
                  <a:gd name="connsiteX6" fmla="*/ 24493 w 46483"/>
                  <a:gd name="connsiteY6" fmla="*/ 12336 h 50059"/>
                  <a:gd name="connsiteX7" fmla="*/ 13766 w 46483"/>
                  <a:gd name="connsiteY7" fmla="*/ 25209 h 50059"/>
                  <a:gd name="connsiteX8" fmla="*/ 24493 w 46483"/>
                  <a:gd name="connsiteY8" fmla="*/ 38081 h 50059"/>
                  <a:gd name="connsiteX9" fmla="*/ 35221 w 46483"/>
                  <a:gd name="connsiteY9" fmla="*/ 25209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6483" h="50059">
                    <a:moveTo>
                      <a:pt x="2682" y="25209"/>
                    </a:moveTo>
                    <a:cubicBezTo>
                      <a:pt x="2682" y="11979"/>
                      <a:pt x="11979" y="2682"/>
                      <a:pt x="24493" y="2682"/>
                    </a:cubicBezTo>
                    <a:cubicBezTo>
                      <a:pt x="37008" y="2682"/>
                      <a:pt x="46305" y="11979"/>
                      <a:pt x="46305" y="25209"/>
                    </a:cubicBezTo>
                    <a:cubicBezTo>
                      <a:pt x="46305" y="38439"/>
                      <a:pt x="37008" y="47735"/>
                      <a:pt x="24493" y="47735"/>
                    </a:cubicBezTo>
                    <a:cubicBezTo>
                      <a:pt x="11979" y="47735"/>
                      <a:pt x="2682" y="38439"/>
                      <a:pt x="2682" y="25209"/>
                    </a:cubicBezTo>
                    <a:close/>
                    <a:moveTo>
                      <a:pt x="35221" y="25209"/>
                    </a:moveTo>
                    <a:cubicBezTo>
                      <a:pt x="35221" y="17700"/>
                      <a:pt x="30930" y="12336"/>
                      <a:pt x="24493" y="12336"/>
                    </a:cubicBezTo>
                    <a:cubicBezTo>
                      <a:pt x="18057" y="12336"/>
                      <a:pt x="13766" y="17700"/>
                      <a:pt x="13766" y="25209"/>
                    </a:cubicBezTo>
                    <a:cubicBezTo>
                      <a:pt x="13766" y="32718"/>
                      <a:pt x="18057" y="38081"/>
                      <a:pt x="24493" y="38081"/>
                    </a:cubicBezTo>
                    <a:cubicBezTo>
                      <a:pt x="30930" y="38439"/>
                      <a:pt x="35221" y="32718"/>
                      <a:pt x="35221" y="252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4" name="Полилиния: фигура 53">
                <a:extLst>
                  <a:ext uri="{FF2B5EF4-FFF2-40B4-BE49-F238E27FC236}">
                    <a16:creationId xmlns:a16="http://schemas.microsoft.com/office/drawing/2014/main" id="{CEF13053-4C18-4928-A2E8-EC57B50D8CC3}"/>
                  </a:ext>
                </a:extLst>
              </p:cNvPr>
              <p:cNvSpPr/>
              <p:nvPr/>
            </p:nvSpPr>
            <p:spPr>
              <a:xfrm>
                <a:off x="1196131" y="6455923"/>
                <a:ext cx="39333" cy="46484"/>
              </a:xfrm>
              <a:custGeom>
                <a:avLst/>
                <a:gdLst>
                  <a:gd name="connsiteX0" fmla="*/ 2682 w 39332"/>
                  <a:gd name="connsiteY0" fmla="*/ 2682 h 46483"/>
                  <a:gd name="connsiteX1" fmla="*/ 39154 w 39332"/>
                  <a:gd name="connsiteY1" fmla="*/ 2682 h 46483"/>
                  <a:gd name="connsiteX2" fmla="*/ 39154 w 39332"/>
                  <a:gd name="connsiteY2" fmla="*/ 45590 h 46483"/>
                  <a:gd name="connsiteX3" fmla="*/ 28427 w 39332"/>
                  <a:gd name="connsiteY3" fmla="*/ 45590 h 46483"/>
                  <a:gd name="connsiteX4" fmla="*/ 28427 w 39332"/>
                  <a:gd name="connsiteY4" fmla="*/ 11979 h 46483"/>
                  <a:gd name="connsiteX5" fmla="*/ 13409 w 39332"/>
                  <a:gd name="connsiteY5" fmla="*/ 11979 h 46483"/>
                  <a:gd name="connsiteX6" fmla="*/ 13409 w 39332"/>
                  <a:gd name="connsiteY6" fmla="*/ 45590 h 46483"/>
                  <a:gd name="connsiteX7" fmla="*/ 2682 w 39332"/>
                  <a:gd name="connsiteY7" fmla="*/ 45590 h 46483"/>
                  <a:gd name="connsiteX8" fmla="*/ 2682 w 39332"/>
                  <a:gd name="connsiteY8" fmla="*/ 2682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9332" h="46483">
                    <a:moveTo>
                      <a:pt x="2682" y="2682"/>
                    </a:moveTo>
                    <a:lnTo>
                      <a:pt x="39154" y="2682"/>
                    </a:lnTo>
                    <a:lnTo>
                      <a:pt x="39154" y="45590"/>
                    </a:lnTo>
                    <a:lnTo>
                      <a:pt x="28427" y="45590"/>
                    </a:lnTo>
                    <a:lnTo>
                      <a:pt x="28427" y="11979"/>
                    </a:lnTo>
                    <a:lnTo>
                      <a:pt x="13409" y="11979"/>
                    </a:lnTo>
                    <a:lnTo>
                      <a:pt x="13409" y="45590"/>
                    </a:lnTo>
                    <a:lnTo>
                      <a:pt x="2682" y="45590"/>
                    </a:lnTo>
                    <a:lnTo>
                      <a:pt x="2682" y="268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5" name="Полилиния: фигура 54">
                <a:extLst>
                  <a:ext uri="{FF2B5EF4-FFF2-40B4-BE49-F238E27FC236}">
                    <a16:creationId xmlns:a16="http://schemas.microsoft.com/office/drawing/2014/main" id="{478EE83C-00C3-4615-B3CC-47BE42518D27}"/>
                  </a:ext>
                </a:extLst>
              </p:cNvPr>
              <p:cNvSpPr/>
              <p:nvPr/>
            </p:nvSpPr>
            <p:spPr>
              <a:xfrm>
                <a:off x="1241543" y="6455207"/>
                <a:ext cx="42908" cy="50060"/>
              </a:xfrm>
              <a:custGeom>
                <a:avLst/>
                <a:gdLst>
                  <a:gd name="connsiteX0" fmla="*/ 2682 w 42908"/>
                  <a:gd name="connsiteY0" fmla="*/ 33433 h 50059"/>
                  <a:gd name="connsiteX1" fmla="*/ 21633 w 42908"/>
                  <a:gd name="connsiteY1" fmla="*/ 19487 h 50059"/>
                  <a:gd name="connsiteX2" fmla="*/ 29499 w 42908"/>
                  <a:gd name="connsiteY2" fmla="*/ 19845 h 50059"/>
                  <a:gd name="connsiteX3" fmla="*/ 29499 w 42908"/>
                  <a:gd name="connsiteY3" fmla="*/ 18772 h 50059"/>
                  <a:gd name="connsiteX4" fmla="*/ 21633 w 42908"/>
                  <a:gd name="connsiteY4" fmla="*/ 11979 h 50059"/>
                  <a:gd name="connsiteX5" fmla="*/ 10906 w 42908"/>
                  <a:gd name="connsiteY5" fmla="*/ 15554 h 50059"/>
                  <a:gd name="connsiteX6" fmla="*/ 4470 w 42908"/>
                  <a:gd name="connsiteY6" fmla="*/ 9118 h 50059"/>
                  <a:gd name="connsiteX7" fmla="*/ 21990 w 42908"/>
                  <a:gd name="connsiteY7" fmla="*/ 2682 h 50059"/>
                  <a:gd name="connsiteX8" fmla="*/ 40226 w 42908"/>
                  <a:gd name="connsiteY8" fmla="*/ 19130 h 50059"/>
                  <a:gd name="connsiteX9" fmla="*/ 40226 w 42908"/>
                  <a:gd name="connsiteY9" fmla="*/ 47020 h 50059"/>
                  <a:gd name="connsiteX10" fmla="*/ 29499 w 42908"/>
                  <a:gd name="connsiteY10" fmla="*/ 47020 h 50059"/>
                  <a:gd name="connsiteX11" fmla="*/ 29499 w 42908"/>
                  <a:gd name="connsiteY11" fmla="*/ 42729 h 50059"/>
                  <a:gd name="connsiteX12" fmla="*/ 29499 w 42908"/>
                  <a:gd name="connsiteY12" fmla="*/ 42729 h 50059"/>
                  <a:gd name="connsiteX13" fmla="*/ 17700 w 42908"/>
                  <a:gd name="connsiteY13" fmla="*/ 47735 h 50059"/>
                  <a:gd name="connsiteX14" fmla="*/ 2682 w 42908"/>
                  <a:gd name="connsiteY14" fmla="*/ 33433 h 50059"/>
                  <a:gd name="connsiteX15" fmla="*/ 29499 w 42908"/>
                  <a:gd name="connsiteY15" fmla="*/ 29499 h 50059"/>
                  <a:gd name="connsiteX16" fmla="*/ 29499 w 42908"/>
                  <a:gd name="connsiteY16" fmla="*/ 27712 h 50059"/>
                  <a:gd name="connsiteX17" fmla="*/ 23063 w 42908"/>
                  <a:gd name="connsiteY17" fmla="*/ 26996 h 50059"/>
                  <a:gd name="connsiteX18" fmla="*/ 13409 w 42908"/>
                  <a:gd name="connsiteY18" fmla="*/ 32718 h 50059"/>
                  <a:gd name="connsiteX19" fmla="*/ 20203 w 42908"/>
                  <a:gd name="connsiteY19" fmla="*/ 38439 h 50059"/>
                  <a:gd name="connsiteX20" fmla="*/ 29499 w 42908"/>
                  <a:gd name="connsiteY20" fmla="*/ 29499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2908" h="50059">
                    <a:moveTo>
                      <a:pt x="2682" y="33433"/>
                    </a:moveTo>
                    <a:cubicBezTo>
                      <a:pt x="2682" y="26639"/>
                      <a:pt x="8045" y="19487"/>
                      <a:pt x="21633" y="19487"/>
                    </a:cubicBezTo>
                    <a:cubicBezTo>
                      <a:pt x="23778" y="19487"/>
                      <a:pt x="26996" y="19487"/>
                      <a:pt x="29499" y="19845"/>
                    </a:cubicBezTo>
                    <a:lnTo>
                      <a:pt x="29499" y="18772"/>
                    </a:lnTo>
                    <a:cubicBezTo>
                      <a:pt x="29499" y="14124"/>
                      <a:pt x="25924" y="11979"/>
                      <a:pt x="21633" y="11979"/>
                    </a:cubicBezTo>
                    <a:cubicBezTo>
                      <a:pt x="17342" y="11979"/>
                      <a:pt x="13766" y="13409"/>
                      <a:pt x="10906" y="15554"/>
                    </a:cubicBezTo>
                    <a:lnTo>
                      <a:pt x="4470" y="9118"/>
                    </a:lnTo>
                    <a:cubicBezTo>
                      <a:pt x="9118" y="4827"/>
                      <a:pt x="15912" y="2682"/>
                      <a:pt x="21990" y="2682"/>
                    </a:cubicBezTo>
                    <a:cubicBezTo>
                      <a:pt x="33075" y="2682"/>
                      <a:pt x="40226" y="8760"/>
                      <a:pt x="40226" y="19130"/>
                    </a:cubicBezTo>
                    <a:lnTo>
                      <a:pt x="40226" y="47020"/>
                    </a:lnTo>
                    <a:lnTo>
                      <a:pt x="29499" y="47020"/>
                    </a:lnTo>
                    <a:lnTo>
                      <a:pt x="29499" y="42729"/>
                    </a:lnTo>
                    <a:lnTo>
                      <a:pt x="29499" y="42729"/>
                    </a:lnTo>
                    <a:cubicBezTo>
                      <a:pt x="26996" y="45948"/>
                      <a:pt x="23063" y="47735"/>
                      <a:pt x="17700" y="47735"/>
                    </a:cubicBezTo>
                    <a:cubicBezTo>
                      <a:pt x="9118" y="47378"/>
                      <a:pt x="2682" y="41299"/>
                      <a:pt x="2682" y="33433"/>
                    </a:cubicBezTo>
                    <a:close/>
                    <a:moveTo>
                      <a:pt x="29499" y="29499"/>
                    </a:moveTo>
                    <a:lnTo>
                      <a:pt x="29499" y="27712"/>
                    </a:lnTo>
                    <a:cubicBezTo>
                      <a:pt x="27354" y="27354"/>
                      <a:pt x="24851" y="26996"/>
                      <a:pt x="23063" y="26996"/>
                    </a:cubicBezTo>
                    <a:cubicBezTo>
                      <a:pt x="16627" y="26996"/>
                      <a:pt x="13409" y="29142"/>
                      <a:pt x="13409" y="32718"/>
                    </a:cubicBezTo>
                    <a:cubicBezTo>
                      <a:pt x="13409" y="35578"/>
                      <a:pt x="15912" y="38439"/>
                      <a:pt x="20203" y="38439"/>
                    </a:cubicBezTo>
                    <a:cubicBezTo>
                      <a:pt x="24851" y="38796"/>
                      <a:pt x="29499" y="35936"/>
                      <a:pt x="29499" y="2949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6" name="Полилиния: фигура 55">
                <a:extLst>
                  <a:ext uri="{FF2B5EF4-FFF2-40B4-BE49-F238E27FC236}">
                    <a16:creationId xmlns:a16="http://schemas.microsoft.com/office/drawing/2014/main" id="{306B7AC0-B576-45D3-9C45-23B3869D0A5B}"/>
                  </a:ext>
                </a:extLst>
              </p:cNvPr>
              <p:cNvSpPr/>
              <p:nvPr/>
            </p:nvSpPr>
            <p:spPr>
              <a:xfrm>
                <a:off x="1287669" y="6454850"/>
                <a:ext cx="39333" cy="50060"/>
              </a:xfrm>
              <a:custGeom>
                <a:avLst/>
                <a:gdLst>
                  <a:gd name="connsiteX0" fmla="*/ 2682 w 39332"/>
                  <a:gd name="connsiteY0" fmla="*/ 25209 h 50059"/>
                  <a:gd name="connsiteX1" fmla="*/ 23778 w 39332"/>
                  <a:gd name="connsiteY1" fmla="*/ 2682 h 50059"/>
                  <a:gd name="connsiteX2" fmla="*/ 39511 w 39332"/>
                  <a:gd name="connsiteY2" fmla="*/ 8760 h 50059"/>
                  <a:gd name="connsiteX3" fmla="*/ 32718 w 39332"/>
                  <a:gd name="connsiteY3" fmla="*/ 15554 h 50059"/>
                  <a:gd name="connsiteX4" fmla="*/ 24136 w 39332"/>
                  <a:gd name="connsiteY4" fmla="*/ 12336 h 50059"/>
                  <a:gd name="connsiteX5" fmla="*/ 13409 w 39332"/>
                  <a:gd name="connsiteY5" fmla="*/ 25209 h 50059"/>
                  <a:gd name="connsiteX6" fmla="*/ 24136 w 39332"/>
                  <a:gd name="connsiteY6" fmla="*/ 38081 h 50059"/>
                  <a:gd name="connsiteX7" fmla="*/ 32718 w 39332"/>
                  <a:gd name="connsiteY7" fmla="*/ 34863 h 50059"/>
                  <a:gd name="connsiteX8" fmla="*/ 39511 w 39332"/>
                  <a:gd name="connsiteY8" fmla="*/ 41657 h 50059"/>
                  <a:gd name="connsiteX9" fmla="*/ 23778 w 39332"/>
                  <a:gd name="connsiteY9" fmla="*/ 47735 h 50059"/>
                  <a:gd name="connsiteX10" fmla="*/ 2682 w 39332"/>
                  <a:gd name="connsiteY10" fmla="*/ 25209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9332" h="50059">
                    <a:moveTo>
                      <a:pt x="2682" y="25209"/>
                    </a:moveTo>
                    <a:cubicBezTo>
                      <a:pt x="2682" y="11979"/>
                      <a:pt x="11263" y="2682"/>
                      <a:pt x="23778" y="2682"/>
                    </a:cubicBezTo>
                    <a:cubicBezTo>
                      <a:pt x="29857" y="2682"/>
                      <a:pt x="35221" y="4470"/>
                      <a:pt x="39511" y="8760"/>
                    </a:cubicBezTo>
                    <a:lnTo>
                      <a:pt x="32718" y="15554"/>
                    </a:lnTo>
                    <a:cubicBezTo>
                      <a:pt x="30572" y="13409"/>
                      <a:pt x="27712" y="12336"/>
                      <a:pt x="24136" y="12336"/>
                    </a:cubicBezTo>
                    <a:cubicBezTo>
                      <a:pt x="17700" y="12336"/>
                      <a:pt x="13409" y="17700"/>
                      <a:pt x="13409" y="25209"/>
                    </a:cubicBezTo>
                    <a:cubicBezTo>
                      <a:pt x="13409" y="32718"/>
                      <a:pt x="17700" y="38081"/>
                      <a:pt x="24136" y="38081"/>
                    </a:cubicBezTo>
                    <a:cubicBezTo>
                      <a:pt x="27712" y="38081"/>
                      <a:pt x="30572" y="36651"/>
                      <a:pt x="32718" y="34863"/>
                    </a:cubicBezTo>
                    <a:lnTo>
                      <a:pt x="39511" y="41657"/>
                    </a:lnTo>
                    <a:cubicBezTo>
                      <a:pt x="35221" y="45948"/>
                      <a:pt x="29499" y="47735"/>
                      <a:pt x="23778" y="47735"/>
                    </a:cubicBezTo>
                    <a:cubicBezTo>
                      <a:pt x="11621" y="47735"/>
                      <a:pt x="2682" y="38439"/>
                      <a:pt x="2682" y="252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7" name="Полилиния: фигура 56">
                <a:extLst>
                  <a:ext uri="{FF2B5EF4-FFF2-40B4-BE49-F238E27FC236}">
                    <a16:creationId xmlns:a16="http://schemas.microsoft.com/office/drawing/2014/main" id="{74A85836-34D4-48F0-9B18-203E8C4E6975}"/>
                  </a:ext>
                </a:extLst>
              </p:cNvPr>
              <p:cNvSpPr/>
              <p:nvPr/>
            </p:nvSpPr>
            <p:spPr>
              <a:xfrm>
                <a:off x="1332723" y="6455923"/>
                <a:ext cx="42908" cy="46484"/>
              </a:xfrm>
              <a:custGeom>
                <a:avLst/>
                <a:gdLst>
                  <a:gd name="connsiteX0" fmla="*/ 2682 w 42908"/>
                  <a:gd name="connsiteY0" fmla="*/ 2682 h 46483"/>
                  <a:gd name="connsiteX1" fmla="*/ 13409 w 42908"/>
                  <a:gd name="connsiteY1" fmla="*/ 2682 h 46483"/>
                  <a:gd name="connsiteX2" fmla="*/ 13409 w 42908"/>
                  <a:gd name="connsiteY2" fmla="*/ 19130 h 46483"/>
                  <a:gd name="connsiteX3" fmla="*/ 29499 w 42908"/>
                  <a:gd name="connsiteY3" fmla="*/ 19130 h 46483"/>
                  <a:gd name="connsiteX4" fmla="*/ 29499 w 42908"/>
                  <a:gd name="connsiteY4" fmla="*/ 2682 h 46483"/>
                  <a:gd name="connsiteX5" fmla="*/ 40226 w 42908"/>
                  <a:gd name="connsiteY5" fmla="*/ 2682 h 46483"/>
                  <a:gd name="connsiteX6" fmla="*/ 40226 w 42908"/>
                  <a:gd name="connsiteY6" fmla="*/ 45590 h 46483"/>
                  <a:gd name="connsiteX7" fmla="*/ 29499 w 42908"/>
                  <a:gd name="connsiteY7" fmla="*/ 45590 h 46483"/>
                  <a:gd name="connsiteX8" fmla="*/ 29499 w 42908"/>
                  <a:gd name="connsiteY8" fmla="*/ 28427 h 46483"/>
                  <a:gd name="connsiteX9" fmla="*/ 13409 w 42908"/>
                  <a:gd name="connsiteY9" fmla="*/ 28427 h 46483"/>
                  <a:gd name="connsiteX10" fmla="*/ 13409 w 42908"/>
                  <a:gd name="connsiteY10" fmla="*/ 45590 h 46483"/>
                  <a:gd name="connsiteX11" fmla="*/ 2682 w 42908"/>
                  <a:gd name="connsiteY11" fmla="*/ 45590 h 46483"/>
                  <a:gd name="connsiteX12" fmla="*/ 2682 w 42908"/>
                  <a:gd name="connsiteY12" fmla="*/ 2682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2908" h="46483">
                    <a:moveTo>
                      <a:pt x="2682" y="2682"/>
                    </a:moveTo>
                    <a:lnTo>
                      <a:pt x="13409" y="2682"/>
                    </a:lnTo>
                    <a:lnTo>
                      <a:pt x="13409" y="19130"/>
                    </a:lnTo>
                    <a:lnTo>
                      <a:pt x="29499" y="19130"/>
                    </a:lnTo>
                    <a:lnTo>
                      <a:pt x="29499" y="2682"/>
                    </a:lnTo>
                    <a:lnTo>
                      <a:pt x="40226" y="2682"/>
                    </a:lnTo>
                    <a:lnTo>
                      <a:pt x="40226" y="45590"/>
                    </a:lnTo>
                    <a:lnTo>
                      <a:pt x="29499" y="45590"/>
                    </a:lnTo>
                    <a:lnTo>
                      <a:pt x="29499" y="28427"/>
                    </a:lnTo>
                    <a:lnTo>
                      <a:pt x="13409" y="28427"/>
                    </a:lnTo>
                    <a:lnTo>
                      <a:pt x="13409" y="45590"/>
                    </a:lnTo>
                    <a:lnTo>
                      <a:pt x="2682" y="45590"/>
                    </a:lnTo>
                    <a:lnTo>
                      <a:pt x="2682" y="268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8" name="Полилиния: фигура 57">
                <a:extLst>
                  <a:ext uri="{FF2B5EF4-FFF2-40B4-BE49-F238E27FC236}">
                    <a16:creationId xmlns:a16="http://schemas.microsoft.com/office/drawing/2014/main" id="{245A0227-793F-496D-8C1F-0DFEE7995160}"/>
                  </a:ext>
                </a:extLst>
              </p:cNvPr>
              <p:cNvSpPr/>
              <p:nvPr/>
            </p:nvSpPr>
            <p:spPr>
              <a:xfrm>
                <a:off x="1382425" y="6455923"/>
                <a:ext cx="57211" cy="46484"/>
              </a:xfrm>
              <a:custGeom>
                <a:avLst/>
                <a:gdLst>
                  <a:gd name="connsiteX0" fmla="*/ 13409 w 57210"/>
                  <a:gd name="connsiteY0" fmla="*/ 2682 h 46483"/>
                  <a:gd name="connsiteX1" fmla="*/ 13409 w 57210"/>
                  <a:gd name="connsiteY1" fmla="*/ 15554 h 46483"/>
                  <a:gd name="connsiteX2" fmla="*/ 22348 w 57210"/>
                  <a:gd name="connsiteY2" fmla="*/ 15554 h 46483"/>
                  <a:gd name="connsiteX3" fmla="*/ 39154 w 57210"/>
                  <a:gd name="connsiteY3" fmla="*/ 30572 h 46483"/>
                  <a:gd name="connsiteX4" fmla="*/ 22348 w 57210"/>
                  <a:gd name="connsiteY4" fmla="*/ 45590 h 46483"/>
                  <a:gd name="connsiteX5" fmla="*/ 2682 w 57210"/>
                  <a:gd name="connsiteY5" fmla="*/ 45590 h 46483"/>
                  <a:gd name="connsiteX6" fmla="*/ 2682 w 57210"/>
                  <a:gd name="connsiteY6" fmla="*/ 2682 h 46483"/>
                  <a:gd name="connsiteX7" fmla="*/ 13409 w 57210"/>
                  <a:gd name="connsiteY7" fmla="*/ 2682 h 46483"/>
                  <a:gd name="connsiteX8" fmla="*/ 20560 w 57210"/>
                  <a:gd name="connsiteY8" fmla="*/ 37008 h 46483"/>
                  <a:gd name="connsiteX9" fmla="*/ 27354 w 57210"/>
                  <a:gd name="connsiteY9" fmla="*/ 30930 h 46483"/>
                  <a:gd name="connsiteX10" fmla="*/ 20560 w 57210"/>
                  <a:gd name="connsiteY10" fmla="*/ 24851 h 46483"/>
                  <a:gd name="connsiteX11" fmla="*/ 13051 w 57210"/>
                  <a:gd name="connsiteY11" fmla="*/ 24851 h 46483"/>
                  <a:gd name="connsiteX12" fmla="*/ 13051 w 57210"/>
                  <a:gd name="connsiteY12" fmla="*/ 37008 h 46483"/>
                  <a:gd name="connsiteX13" fmla="*/ 20560 w 57210"/>
                  <a:gd name="connsiteY13" fmla="*/ 37008 h 46483"/>
                  <a:gd name="connsiteX14" fmla="*/ 43802 w 57210"/>
                  <a:gd name="connsiteY14" fmla="*/ 2682 h 46483"/>
                  <a:gd name="connsiteX15" fmla="*/ 54529 w 57210"/>
                  <a:gd name="connsiteY15" fmla="*/ 2682 h 46483"/>
                  <a:gd name="connsiteX16" fmla="*/ 54529 w 57210"/>
                  <a:gd name="connsiteY16" fmla="*/ 45590 h 46483"/>
                  <a:gd name="connsiteX17" fmla="*/ 43802 w 57210"/>
                  <a:gd name="connsiteY17" fmla="*/ 45590 h 46483"/>
                  <a:gd name="connsiteX18" fmla="*/ 43802 w 57210"/>
                  <a:gd name="connsiteY18" fmla="*/ 2682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7210" h="46483">
                    <a:moveTo>
                      <a:pt x="13409" y="2682"/>
                    </a:moveTo>
                    <a:lnTo>
                      <a:pt x="13409" y="15554"/>
                    </a:lnTo>
                    <a:lnTo>
                      <a:pt x="22348" y="15554"/>
                    </a:lnTo>
                    <a:cubicBezTo>
                      <a:pt x="31645" y="15554"/>
                      <a:pt x="39154" y="21633"/>
                      <a:pt x="39154" y="30572"/>
                    </a:cubicBezTo>
                    <a:cubicBezTo>
                      <a:pt x="39154" y="39154"/>
                      <a:pt x="31645" y="45590"/>
                      <a:pt x="22348" y="45590"/>
                    </a:cubicBezTo>
                    <a:lnTo>
                      <a:pt x="2682" y="45590"/>
                    </a:lnTo>
                    <a:lnTo>
                      <a:pt x="2682" y="2682"/>
                    </a:lnTo>
                    <a:lnTo>
                      <a:pt x="13409" y="2682"/>
                    </a:lnTo>
                    <a:close/>
                    <a:moveTo>
                      <a:pt x="20560" y="37008"/>
                    </a:moveTo>
                    <a:cubicBezTo>
                      <a:pt x="24493" y="37008"/>
                      <a:pt x="27354" y="34505"/>
                      <a:pt x="27354" y="30930"/>
                    </a:cubicBezTo>
                    <a:cubicBezTo>
                      <a:pt x="27354" y="27354"/>
                      <a:pt x="24493" y="24851"/>
                      <a:pt x="20560" y="24851"/>
                    </a:cubicBezTo>
                    <a:lnTo>
                      <a:pt x="13051" y="24851"/>
                    </a:lnTo>
                    <a:lnTo>
                      <a:pt x="13051" y="37008"/>
                    </a:lnTo>
                    <a:lnTo>
                      <a:pt x="20560" y="37008"/>
                    </a:lnTo>
                    <a:close/>
                    <a:moveTo>
                      <a:pt x="43802" y="2682"/>
                    </a:moveTo>
                    <a:lnTo>
                      <a:pt x="54529" y="2682"/>
                    </a:lnTo>
                    <a:lnTo>
                      <a:pt x="54529" y="45590"/>
                    </a:lnTo>
                    <a:lnTo>
                      <a:pt x="43802" y="45590"/>
                    </a:lnTo>
                    <a:lnTo>
                      <a:pt x="43802" y="268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9" name="Полилиния: фигура 58">
                <a:extLst>
                  <a:ext uri="{FF2B5EF4-FFF2-40B4-BE49-F238E27FC236}">
                    <a16:creationId xmlns:a16="http://schemas.microsoft.com/office/drawing/2014/main" id="{E8147C94-D90D-481F-8EA8-86A2EC9729B6}"/>
                  </a:ext>
                </a:extLst>
              </p:cNvPr>
              <p:cNvSpPr/>
              <p:nvPr/>
            </p:nvSpPr>
            <p:spPr>
              <a:xfrm>
                <a:off x="1446429" y="6437687"/>
                <a:ext cx="42908" cy="64362"/>
              </a:xfrm>
              <a:custGeom>
                <a:avLst/>
                <a:gdLst>
                  <a:gd name="connsiteX0" fmla="*/ 2682 w 42908"/>
                  <a:gd name="connsiteY0" fmla="*/ 20918 h 64362"/>
                  <a:gd name="connsiteX1" fmla="*/ 13409 w 42908"/>
                  <a:gd name="connsiteY1" fmla="*/ 20918 h 64362"/>
                  <a:gd name="connsiteX2" fmla="*/ 13409 w 42908"/>
                  <a:gd name="connsiteY2" fmla="*/ 47378 h 64362"/>
                  <a:gd name="connsiteX3" fmla="*/ 13409 w 42908"/>
                  <a:gd name="connsiteY3" fmla="*/ 47378 h 64362"/>
                  <a:gd name="connsiteX4" fmla="*/ 31287 w 42908"/>
                  <a:gd name="connsiteY4" fmla="*/ 20918 h 64362"/>
                  <a:gd name="connsiteX5" fmla="*/ 40584 w 42908"/>
                  <a:gd name="connsiteY5" fmla="*/ 20918 h 64362"/>
                  <a:gd name="connsiteX6" fmla="*/ 40584 w 42908"/>
                  <a:gd name="connsiteY6" fmla="*/ 63826 h 64362"/>
                  <a:gd name="connsiteX7" fmla="*/ 29857 w 42908"/>
                  <a:gd name="connsiteY7" fmla="*/ 63826 h 64362"/>
                  <a:gd name="connsiteX8" fmla="*/ 29857 w 42908"/>
                  <a:gd name="connsiteY8" fmla="*/ 37366 h 64362"/>
                  <a:gd name="connsiteX9" fmla="*/ 29857 w 42908"/>
                  <a:gd name="connsiteY9" fmla="*/ 37366 h 64362"/>
                  <a:gd name="connsiteX10" fmla="*/ 11979 w 42908"/>
                  <a:gd name="connsiteY10" fmla="*/ 63826 h 64362"/>
                  <a:gd name="connsiteX11" fmla="*/ 2682 w 42908"/>
                  <a:gd name="connsiteY11" fmla="*/ 63826 h 64362"/>
                  <a:gd name="connsiteX12" fmla="*/ 2682 w 42908"/>
                  <a:gd name="connsiteY12" fmla="*/ 20918 h 64362"/>
                  <a:gd name="connsiteX13" fmla="*/ 7688 w 42908"/>
                  <a:gd name="connsiteY13" fmla="*/ 8403 h 64362"/>
                  <a:gd name="connsiteX14" fmla="*/ 13409 w 42908"/>
                  <a:gd name="connsiteY14" fmla="*/ 2682 h 64362"/>
                  <a:gd name="connsiteX15" fmla="*/ 21633 w 42908"/>
                  <a:gd name="connsiteY15" fmla="*/ 7688 h 64362"/>
                  <a:gd name="connsiteX16" fmla="*/ 30215 w 42908"/>
                  <a:gd name="connsiteY16" fmla="*/ 2682 h 64362"/>
                  <a:gd name="connsiteX17" fmla="*/ 35936 w 42908"/>
                  <a:gd name="connsiteY17" fmla="*/ 8403 h 64362"/>
                  <a:gd name="connsiteX18" fmla="*/ 21991 w 42908"/>
                  <a:gd name="connsiteY18" fmla="*/ 16269 h 64362"/>
                  <a:gd name="connsiteX19" fmla="*/ 7688 w 42908"/>
                  <a:gd name="connsiteY19" fmla="*/ 8403 h 64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42908" h="64362">
                    <a:moveTo>
                      <a:pt x="2682" y="20918"/>
                    </a:moveTo>
                    <a:lnTo>
                      <a:pt x="13409" y="20918"/>
                    </a:lnTo>
                    <a:lnTo>
                      <a:pt x="13409" y="47378"/>
                    </a:lnTo>
                    <a:lnTo>
                      <a:pt x="13409" y="47378"/>
                    </a:lnTo>
                    <a:lnTo>
                      <a:pt x="31287" y="20918"/>
                    </a:lnTo>
                    <a:lnTo>
                      <a:pt x="40584" y="20918"/>
                    </a:lnTo>
                    <a:lnTo>
                      <a:pt x="40584" y="63826"/>
                    </a:lnTo>
                    <a:lnTo>
                      <a:pt x="29857" y="63826"/>
                    </a:lnTo>
                    <a:lnTo>
                      <a:pt x="29857" y="37366"/>
                    </a:lnTo>
                    <a:lnTo>
                      <a:pt x="29857" y="37366"/>
                    </a:lnTo>
                    <a:lnTo>
                      <a:pt x="11979" y="63826"/>
                    </a:lnTo>
                    <a:lnTo>
                      <a:pt x="2682" y="63826"/>
                    </a:lnTo>
                    <a:lnTo>
                      <a:pt x="2682" y="20918"/>
                    </a:lnTo>
                    <a:close/>
                    <a:moveTo>
                      <a:pt x="7688" y="8403"/>
                    </a:moveTo>
                    <a:lnTo>
                      <a:pt x="13409" y="2682"/>
                    </a:lnTo>
                    <a:cubicBezTo>
                      <a:pt x="14839" y="4827"/>
                      <a:pt x="17700" y="7688"/>
                      <a:pt x="21633" y="7688"/>
                    </a:cubicBezTo>
                    <a:cubicBezTo>
                      <a:pt x="26281" y="7688"/>
                      <a:pt x="28784" y="4827"/>
                      <a:pt x="30215" y="2682"/>
                    </a:cubicBezTo>
                    <a:lnTo>
                      <a:pt x="35936" y="8403"/>
                    </a:lnTo>
                    <a:cubicBezTo>
                      <a:pt x="34148" y="11263"/>
                      <a:pt x="29499" y="16269"/>
                      <a:pt x="21991" y="16269"/>
                    </a:cubicBezTo>
                    <a:cubicBezTo>
                      <a:pt x="14124" y="16269"/>
                      <a:pt x="9476" y="11263"/>
                      <a:pt x="7688" y="840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0" name="Полилиния: фигура 59">
                <a:extLst>
                  <a:ext uri="{FF2B5EF4-FFF2-40B4-BE49-F238E27FC236}">
                    <a16:creationId xmlns:a16="http://schemas.microsoft.com/office/drawing/2014/main" id="{B2160626-2478-4253-94A1-9C4E4B11F88F}"/>
                  </a:ext>
                </a:extLst>
              </p:cNvPr>
              <p:cNvSpPr/>
              <p:nvPr/>
            </p:nvSpPr>
            <p:spPr>
              <a:xfrm>
                <a:off x="995893" y="6548175"/>
                <a:ext cx="42908" cy="46484"/>
              </a:xfrm>
              <a:custGeom>
                <a:avLst/>
                <a:gdLst>
                  <a:gd name="connsiteX0" fmla="*/ 15554 w 42908"/>
                  <a:gd name="connsiteY0" fmla="*/ 11979 h 46483"/>
                  <a:gd name="connsiteX1" fmla="*/ 2682 w 42908"/>
                  <a:gd name="connsiteY1" fmla="*/ 11979 h 46483"/>
                  <a:gd name="connsiteX2" fmla="*/ 2682 w 42908"/>
                  <a:gd name="connsiteY2" fmla="*/ 2682 h 46483"/>
                  <a:gd name="connsiteX3" fmla="*/ 40226 w 42908"/>
                  <a:gd name="connsiteY3" fmla="*/ 2682 h 46483"/>
                  <a:gd name="connsiteX4" fmla="*/ 37008 w 42908"/>
                  <a:gd name="connsiteY4" fmla="*/ 11979 h 46483"/>
                  <a:gd name="connsiteX5" fmla="*/ 26639 w 42908"/>
                  <a:gd name="connsiteY5" fmla="*/ 11979 h 46483"/>
                  <a:gd name="connsiteX6" fmla="*/ 26639 w 42908"/>
                  <a:gd name="connsiteY6" fmla="*/ 45590 h 46483"/>
                  <a:gd name="connsiteX7" fmla="*/ 15912 w 42908"/>
                  <a:gd name="connsiteY7" fmla="*/ 45590 h 46483"/>
                  <a:gd name="connsiteX8" fmla="*/ 15912 w 42908"/>
                  <a:gd name="connsiteY8" fmla="*/ 11979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2908" h="46483">
                    <a:moveTo>
                      <a:pt x="15554" y="11979"/>
                    </a:moveTo>
                    <a:lnTo>
                      <a:pt x="2682" y="11979"/>
                    </a:lnTo>
                    <a:lnTo>
                      <a:pt x="2682" y="2682"/>
                    </a:lnTo>
                    <a:lnTo>
                      <a:pt x="40226" y="2682"/>
                    </a:lnTo>
                    <a:lnTo>
                      <a:pt x="37008" y="11979"/>
                    </a:lnTo>
                    <a:lnTo>
                      <a:pt x="26639" y="11979"/>
                    </a:lnTo>
                    <a:lnTo>
                      <a:pt x="26639" y="45590"/>
                    </a:lnTo>
                    <a:lnTo>
                      <a:pt x="15912" y="45590"/>
                    </a:lnTo>
                    <a:lnTo>
                      <a:pt x="15912" y="11979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1" name="Полилиния: фигура 60">
                <a:extLst>
                  <a:ext uri="{FF2B5EF4-FFF2-40B4-BE49-F238E27FC236}">
                    <a16:creationId xmlns:a16="http://schemas.microsoft.com/office/drawing/2014/main" id="{DE9250AC-31AE-4BFB-A5D8-EE11E431A8AB}"/>
                  </a:ext>
                </a:extLst>
              </p:cNvPr>
              <p:cNvSpPr/>
              <p:nvPr/>
            </p:nvSpPr>
            <p:spPr>
              <a:xfrm>
                <a:off x="1039516" y="6547103"/>
                <a:ext cx="46484" cy="64362"/>
              </a:xfrm>
              <a:custGeom>
                <a:avLst/>
                <a:gdLst>
                  <a:gd name="connsiteX0" fmla="*/ 13409 w 46483"/>
                  <a:gd name="connsiteY0" fmla="*/ 62753 h 64362"/>
                  <a:gd name="connsiteX1" fmla="*/ 2682 w 46483"/>
                  <a:gd name="connsiteY1" fmla="*/ 62753 h 64362"/>
                  <a:gd name="connsiteX2" fmla="*/ 2682 w 46483"/>
                  <a:gd name="connsiteY2" fmla="*/ 3754 h 64362"/>
                  <a:gd name="connsiteX3" fmla="*/ 13409 w 46483"/>
                  <a:gd name="connsiteY3" fmla="*/ 3754 h 64362"/>
                  <a:gd name="connsiteX4" fmla="*/ 13409 w 46483"/>
                  <a:gd name="connsiteY4" fmla="*/ 9118 h 64362"/>
                  <a:gd name="connsiteX5" fmla="*/ 13409 w 46483"/>
                  <a:gd name="connsiteY5" fmla="*/ 9118 h 64362"/>
                  <a:gd name="connsiteX6" fmla="*/ 26281 w 46483"/>
                  <a:gd name="connsiteY6" fmla="*/ 2682 h 64362"/>
                  <a:gd name="connsiteX7" fmla="*/ 45948 w 46483"/>
                  <a:gd name="connsiteY7" fmla="*/ 25209 h 64362"/>
                  <a:gd name="connsiteX8" fmla="*/ 26281 w 46483"/>
                  <a:gd name="connsiteY8" fmla="*/ 47735 h 64362"/>
                  <a:gd name="connsiteX9" fmla="*/ 13409 w 46483"/>
                  <a:gd name="connsiteY9" fmla="*/ 41299 h 64362"/>
                  <a:gd name="connsiteX10" fmla="*/ 13409 w 46483"/>
                  <a:gd name="connsiteY10" fmla="*/ 41299 h 64362"/>
                  <a:gd name="connsiteX11" fmla="*/ 13409 w 46483"/>
                  <a:gd name="connsiteY11" fmla="*/ 62753 h 64362"/>
                  <a:gd name="connsiteX12" fmla="*/ 24136 w 46483"/>
                  <a:gd name="connsiteY12" fmla="*/ 38081 h 64362"/>
                  <a:gd name="connsiteX13" fmla="*/ 35221 w 46483"/>
                  <a:gd name="connsiteY13" fmla="*/ 25209 h 64362"/>
                  <a:gd name="connsiteX14" fmla="*/ 24136 w 46483"/>
                  <a:gd name="connsiteY14" fmla="*/ 12336 h 64362"/>
                  <a:gd name="connsiteX15" fmla="*/ 13051 w 46483"/>
                  <a:gd name="connsiteY15" fmla="*/ 25209 h 64362"/>
                  <a:gd name="connsiteX16" fmla="*/ 24136 w 46483"/>
                  <a:gd name="connsiteY16" fmla="*/ 38081 h 64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6483" h="64362">
                    <a:moveTo>
                      <a:pt x="13409" y="62753"/>
                    </a:moveTo>
                    <a:lnTo>
                      <a:pt x="2682" y="62753"/>
                    </a:lnTo>
                    <a:lnTo>
                      <a:pt x="2682" y="3754"/>
                    </a:lnTo>
                    <a:lnTo>
                      <a:pt x="13409" y="3754"/>
                    </a:lnTo>
                    <a:lnTo>
                      <a:pt x="13409" y="9118"/>
                    </a:lnTo>
                    <a:lnTo>
                      <a:pt x="13409" y="9118"/>
                    </a:lnTo>
                    <a:cubicBezTo>
                      <a:pt x="15554" y="5900"/>
                      <a:pt x="19845" y="2682"/>
                      <a:pt x="26281" y="2682"/>
                    </a:cubicBezTo>
                    <a:cubicBezTo>
                      <a:pt x="37724" y="2682"/>
                      <a:pt x="45948" y="11979"/>
                      <a:pt x="45948" y="25209"/>
                    </a:cubicBezTo>
                    <a:cubicBezTo>
                      <a:pt x="45948" y="38439"/>
                      <a:pt x="37366" y="47735"/>
                      <a:pt x="26281" y="47735"/>
                    </a:cubicBezTo>
                    <a:cubicBezTo>
                      <a:pt x="19845" y="47735"/>
                      <a:pt x="15554" y="44517"/>
                      <a:pt x="13409" y="41299"/>
                    </a:cubicBezTo>
                    <a:lnTo>
                      <a:pt x="13409" y="41299"/>
                    </a:lnTo>
                    <a:lnTo>
                      <a:pt x="13409" y="62753"/>
                    </a:lnTo>
                    <a:close/>
                    <a:moveTo>
                      <a:pt x="24136" y="38081"/>
                    </a:moveTo>
                    <a:cubicBezTo>
                      <a:pt x="30572" y="38081"/>
                      <a:pt x="35221" y="32718"/>
                      <a:pt x="35221" y="25209"/>
                    </a:cubicBezTo>
                    <a:cubicBezTo>
                      <a:pt x="35221" y="18057"/>
                      <a:pt x="30572" y="12336"/>
                      <a:pt x="24136" y="12336"/>
                    </a:cubicBezTo>
                    <a:cubicBezTo>
                      <a:pt x="17700" y="12336"/>
                      <a:pt x="13051" y="17700"/>
                      <a:pt x="13051" y="25209"/>
                    </a:cubicBezTo>
                    <a:cubicBezTo>
                      <a:pt x="12694" y="32718"/>
                      <a:pt x="17342" y="38081"/>
                      <a:pt x="24136" y="3808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2" name="Полилиния: фигура 61">
                <a:extLst>
                  <a:ext uri="{FF2B5EF4-FFF2-40B4-BE49-F238E27FC236}">
                    <a16:creationId xmlns:a16="http://schemas.microsoft.com/office/drawing/2014/main" id="{71658A8B-7B23-4EDA-A55B-C72AC7DE69FF}"/>
                  </a:ext>
                </a:extLst>
              </p:cNvPr>
              <p:cNvSpPr/>
              <p:nvPr/>
            </p:nvSpPr>
            <p:spPr>
              <a:xfrm>
                <a:off x="1089218" y="6547460"/>
                <a:ext cx="42908" cy="50060"/>
              </a:xfrm>
              <a:custGeom>
                <a:avLst/>
                <a:gdLst>
                  <a:gd name="connsiteX0" fmla="*/ 2682 w 42908"/>
                  <a:gd name="connsiteY0" fmla="*/ 33433 h 50059"/>
                  <a:gd name="connsiteX1" fmla="*/ 21633 w 42908"/>
                  <a:gd name="connsiteY1" fmla="*/ 19487 h 50059"/>
                  <a:gd name="connsiteX2" fmla="*/ 29499 w 42908"/>
                  <a:gd name="connsiteY2" fmla="*/ 19845 h 50059"/>
                  <a:gd name="connsiteX3" fmla="*/ 29499 w 42908"/>
                  <a:gd name="connsiteY3" fmla="*/ 18772 h 50059"/>
                  <a:gd name="connsiteX4" fmla="*/ 21633 w 42908"/>
                  <a:gd name="connsiteY4" fmla="*/ 11979 h 50059"/>
                  <a:gd name="connsiteX5" fmla="*/ 10906 w 42908"/>
                  <a:gd name="connsiteY5" fmla="*/ 15554 h 50059"/>
                  <a:gd name="connsiteX6" fmla="*/ 4470 w 42908"/>
                  <a:gd name="connsiteY6" fmla="*/ 9118 h 50059"/>
                  <a:gd name="connsiteX7" fmla="*/ 21991 w 42908"/>
                  <a:gd name="connsiteY7" fmla="*/ 2682 h 50059"/>
                  <a:gd name="connsiteX8" fmla="*/ 40226 w 42908"/>
                  <a:gd name="connsiteY8" fmla="*/ 19130 h 50059"/>
                  <a:gd name="connsiteX9" fmla="*/ 40226 w 42908"/>
                  <a:gd name="connsiteY9" fmla="*/ 47020 h 50059"/>
                  <a:gd name="connsiteX10" fmla="*/ 29499 w 42908"/>
                  <a:gd name="connsiteY10" fmla="*/ 47020 h 50059"/>
                  <a:gd name="connsiteX11" fmla="*/ 29499 w 42908"/>
                  <a:gd name="connsiteY11" fmla="*/ 42729 h 50059"/>
                  <a:gd name="connsiteX12" fmla="*/ 29499 w 42908"/>
                  <a:gd name="connsiteY12" fmla="*/ 42729 h 50059"/>
                  <a:gd name="connsiteX13" fmla="*/ 17700 w 42908"/>
                  <a:gd name="connsiteY13" fmla="*/ 47735 h 50059"/>
                  <a:gd name="connsiteX14" fmla="*/ 2682 w 42908"/>
                  <a:gd name="connsiteY14" fmla="*/ 33433 h 50059"/>
                  <a:gd name="connsiteX15" fmla="*/ 29499 w 42908"/>
                  <a:gd name="connsiteY15" fmla="*/ 29499 h 50059"/>
                  <a:gd name="connsiteX16" fmla="*/ 29499 w 42908"/>
                  <a:gd name="connsiteY16" fmla="*/ 27712 h 50059"/>
                  <a:gd name="connsiteX17" fmla="*/ 23063 w 42908"/>
                  <a:gd name="connsiteY17" fmla="*/ 26996 h 50059"/>
                  <a:gd name="connsiteX18" fmla="*/ 13409 w 42908"/>
                  <a:gd name="connsiteY18" fmla="*/ 32718 h 50059"/>
                  <a:gd name="connsiteX19" fmla="*/ 20203 w 42908"/>
                  <a:gd name="connsiteY19" fmla="*/ 38439 h 50059"/>
                  <a:gd name="connsiteX20" fmla="*/ 29499 w 42908"/>
                  <a:gd name="connsiteY20" fmla="*/ 29499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2908" h="50059">
                    <a:moveTo>
                      <a:pt x="2682" y="33433"/>
                    </a:moveTo>
                    <a:cubicBezTo>
                      <a:pt x="2682" y="26639"/>
                      <a:pt x="8045" y="19487"/>
                      <a:pt x="21633" y="19487"/>
                    </a:cubicBezTo>
                    <a:cubicBezTo>
                      <a:pt x="23778" y="19487"/>
                      <a:pt x="26996" y="19487"/>
                      <a:pt x="29499" y="19845"/>
                    </a:cubicBezTo>
                    <a:lnTo>
                      <a:pt x="29499" y="18772"/>
                    </a:lnTo>
                    <a:cubicBezTo>
                      <a:pt x="29499" y="14124"/>
                      <a:pt x="25924" y="11979"/>
                      <a:pt x="21633" y="11979"/>
                    </a:cubicBezTo>
                    <a:cubicBezTo>
                      <a:pt x="17342" y="11979"/>
                      <a:pt x="13766" y="13409"/>
                      <a:pt x="10906" y="15554"/>
                    </a:cubicBezTo>
                    <a:lnTo>
                      <a:pt x="4470" y="9118"/>
                    </a:lnTo>
                    <a:cubicBezTo>
                      <a:pt x="9118" y="4827"/>
                      <a:pt x="15912" y="2682"/>
                      <a:pt x="21991" y="2682"/>
                    </a:cubicBezTo>
                    <a:cubicBezTo>
                      <a:pt x="33075" y="2682"/>
                      <a:pt x="40226" y="8760"/>
                      <a:pt x="40226" y="19130"/>
                    </a:cubicBezTo>
                    <a:lnTo>
                      <a:pt x="40226" y="47020"/>
                    </a:lnTo>
                    <a:lnTo>
                      <a:pt x="29499" y="47020"/>
                    </a:lnTo>
                    <a:lnTo>
                      <a:pt x="29499" y="42729"/>
                    </a:lnTo>
                    <a:lnTo>
                      <a:pt x="29499" y="42729"/>
                    </a:lnTo>
                    <a:cubicBezTo>
                      <a:pt x="26996" y="45948"/>
                      <a:pt x="23063" y="47735"/>
                      <a:pt x="17700" y="47735"/>
                    </a:cubicBezTo>
                    <a:cubicBezTo>
                      <a:pt x="9118" y="47378"/>
                      <a:pt x="2682" y="41299"/>
                      <a:pt x="2682" y="33433"/>
                    </a:cubicBezTo>
                    <a:close/>
                    <a:moveTo>
                      <a:pt x="29499" y="29499"/>
                    </a:moveTo>
                    <a:lnTo>
                      <a:pt x="29499" y="27712"/>
                    </a:lnTo>
                    <a:cubicBezTo>
                      <a:pt x="27354" y="27354"/>
                      <a:pt x="24851" y="26996"/>
                      <a:pt x="23063" y="26996"/>
                    </a:cubicBezTo>
                    <a:cubicBezTo>
                      <a:pt x="16627" y="26996"/>
                      <a:pt x="13409" y="29142"/>
                      <a:pt x="13409" y="32718"/>
                    </a:cubicBezTo>
                    <a:cubicBezTo>
                      <a:pt x="13409" y="35578"/>
                      <a:pt x="15912" y="38439"/>
                      <a:pt x="20203" y="38439"/>
                    </a:cubicBezTo>
                    <a:cubicBezTo>
                      <a:pt x="24851" y="38796"/>
                      <a:pt x="29499" y="35936"/>
                      <a:pt x="29499" y="2949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3" name="Полилиния: фигура 62">
                <a:extLst>
                  <a:ext uri="{FF2B5EF4-FFF2-40B4-BE49-F238E27FC236}">
                    <a16:creationId xmlns:a16="http://schemas.microsoft.com/office/drawing/2014/main" id="{5E907DC4-507F-40F2-9FD8-250337D73103}"/>
                  </a:ext>
                </a:extLst>
              </p:cNvPr>
              <p:cNvSpPr/>
              <p:nvPr/>
            </p:nvSpPr>
            <p:spPr>
              <a:xfrm>
                <a:off x="1138205" y="6548175"/>
                <a:ext cx="42908" cy="46484"/>
              </a:xfrm>
              <a:custGeom>
                <a:avLst/>
                <a:gdLst>
                  <a:gd name="connsiteX0" fmla="*/ 2682 w 42908"/>
                  <a:gd name="connsiteY0" fmla="*/ 2682 h 46483"/>
                  <a:gd name="connsiteX1" fmla="*/ 13409 w 42908"/>
                  <a:gd name="connsiteY1" fmla="*/ 2682 h 46483"/>
                  <a:gd name="connsiteX2" fmla="*/ 13409 w 42908"/>
                  <a:gd name="connsiteY2" fmla="*/ 19130 h 46483"/>
                  <a:gd name="connsiteX3" fmla="*/ 29499 w 42908"/>
                  <a:gd name="connsiteY3" fmla="*/ 19130 h 46483"/>
                  <a:gd name="connsiteX4" fmla="*/ 29499 w 42908"/>
                  <a:gd name="connsiteY4" fmla="*/ 2682 h 46483"/>
                  <a:gd name="connsiteX5" fmla="*/ 40226 w 42908"/>
                  <a:gd name="connsiteY5" fmla="*/ 2682 h 46483"/>
                  <a:gd name="connsiteX6" fmla="*/ 40226 w 42908"/>
                  <a:gd name="connsiteY6" fmla="*/ 45590 h 46483"/>
                  <a:gd name="connsiteX7" fmla="*/ 29499 w 42908"/>
                  <a:gd name="connsiteY7" fmla="*/ 45590 h 46483"/>
                  <a:gd name="connsiteX8" fmla="*/ 29499 w 42908"/>
                  <a:gd name="connsiteY8" fmla="*/ 28427 h 46483"/>
                  <a:gd name="connsiteX9" fmla="*/ 13409 w 42908"/>
                  <a:gd name="connsiteY9" fmla="*/ 28427 h 46483"/>
                  <a:gd name="connsiteX10" fmla="*/ 13409 w 42908"/>
                  <a:gd name="connsiteY10" fmla="*/ 45590 h 46483"/>
                  <a:gd name="connsiteX11" fmla="*/ 2682 w 42908"/>
                  <a:gd name="connsiteY11" fmla="*/ 45590 h 46483"/>
                  <a:gd name="connsiteX12" fmla="*/ 2682 w 42908"/>
                  <a:gd name="connsiteY12" fmla="*/ 2682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2908" h="46483">
                    <a:moveTo>
                      <a:pt x="2682" y="2682"/>
                    </a:moveTo>
                    <a:lnTo>
                      <a:pt x="13409" y="2682"/>
                    </a:lnTo>
                    <a:lnTo>
                      <a:pt x="13409" y="19130"/>
                    </a:lnTo>
                    <a:lnTo>
                      <a:pt x="29499" y="19130"/>
                    </a:lnTo>
                    <a:lnTo>
                      <a:pt x="29499" y="2682"/>
                    </a:lnTo>
                    <a:lnTo>
                      <a:pt x="40226" y="2682"/>
                    </a:lnTo>
                    <a:lnTo>
                      <a:pt x="40226" y="45590"/>
                    </a:lnTo>
                    <a:lnTo>
                      <a:pt x="29499" y="45590"/>
                    </a:lnTo>
                    <a:lnTo>
                      <a:pt x="29499" y="28427"/>
                    </a:lnTo>
                    <a:lnTo>
                      <a:pt x="13409" y="28427"/>
                    </a:lnTo>
                    <a:lnTo>
                      <a:pt x="13409" y="45590"/>
                    </a:lnTo>
                    <a:lnTo>
                      <a:pt x="2682" y="45590"/>
                    </a:lnTo>
                    <a:lnTo>
                      <a:pt x="2682" y="268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4" name="Полилиния: фигура 63">
                <a:extLst>
                  <a:ext uri="{FF2B5EF4-FFF2-40B4-BE49-F238E27FC236}">
                    <a16:creationId xmlns:a16="http://schemas.microsoft.com/office/drawing/2014/main" id="{8F327E80-1B1D-48E5-B18A-99630B081526}"/>
                  </a:ext>
                </a:extLst>
              </p:cNvPr>
              <p:cNvSpPr/>
              <p:nvPr/>
            </p:nvSpPr>
            <p:spPr>
              <a:xfrm>
                <a:off x="1185047" y="6547103"/>
                <a:ext cx="39333" cy="50060"/>
              </a:xfrm>
              <a:custGeom>
                <a:avLst/>
                <a:gdLst>
                  <a:gd name="connsiteX0" fmla="*/ 2682 w 39332"/>
                  <a:gd name="connsiteY0" fmla="*/ 25209 h 50059"/>
                  <a:gd name="connsiteX1" fmla="*/ 23778 w 39332"/>
                  <a:gd name="connsiteY1" fmla="*/ 2682 h 50059"/>
                  <a:gd name="connsiteX2" fmla="*/ 39511 w 39332"/>
                  <a:gd name="connsiteY2" fmla="*/ 8760 h 50059"/>
                  <a:gd name="connsiteX3" fmla="*/ 32718 w 39332"/>
                  <a:gd name="connsiteY3" fmla="*/ 15554 h 50059"/>
                  <a:gd name="connsiteX4" fmla="*/ 24136 w 39332"/>
                  <a:gd name="connsiteY4" fmla="*/ 12336 h 50059"/>
                  <a:gd name="connsiteX5" fmla="*/ 13409 w 39332"/>
                  <a:gd name="connsiteY5" fmla="*/ 25209 h 50059"/>
                  <a:gd name="connsiteX6" fmla="*/ 24136 w 39332"/>
                  <a:gd name="connsiteY6" fmla="*/ 38081 h 50059"/>
                  <a:gd name="connsiteX7" fmla="*/ 32718 w 39332"/>
                  <a:gd name="connsiteY7" fmla="*/ 34863 h 50059"/>
                  <a:gd name="connsiteX8" fmla="*/ 39511 w 39332"/>
                  <a:gd name="connsiteY8" fmla="*/ 41657 h 50059"/>
                  <a:gd name="connsiteX9" fmla="*/ 23778 w 39332"/>
                  <a:gd name="connsiteY9" fmla="*/ 47735 h 50059"/>
                  <a:gd name="connsiteX10" fmla="*/ 2682 w 39332"/>
                  <a:gd name="connsiteY10" fmla="*/ 25209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9332" h="50059">
                    <a:moveTo>
                      <a:pt x="2682" y="25209"/>
                    </a:moveTo>
                    <a:cubicBezTo>
                      <a:pt x="2682" y="11979"/>
                      <a:pt x="11263" y="2682"/>
                      <a:pt x="23778" y="2682"/>
                    </a:cubicBezTo>
                    <a:cubicBezTo>
                      <a:pt x="29857" y="2682"/>
                      <a:pt x="35221" y="4470"/>
                      <a:pt x="39511" y="8760"/>
                    </a:cubicBezTo>
                    <a:lnTo>
                      <a:pt x="32718" y="15554"/>
                    </a:lnTo>
                    <a:cubicBezTo>
                      <a:pt x="30572" y="13409"/>
                      <a:pt x="27712" y="12336"/>
                      <a:pt x="24136" y="12336"/>
                    </a:cubicBezTo>
                    <a:cubicBezTo>
                      <a:pt x="17700" y="12336"/>
                      <a:pt x="13409" y="17700"/>
                      <a:pt x="13409" y="25209"/>
                    </a:cubicBezTo>
                    <a:cubicBezTo>
                      <a:pt x="13409" y="32718"/>
                      <a:pt x="17700" y="38081"/>
                      <a:pt x="24136" y="38081"/>
                    </a:cubicBezTo>
                    <a:cubicBezTo>
                      <a:pt x="27712" y="38081"/>
                      <a:pt x="30572" y="36651"/>
                      <a:pt x="32718" y="34863"/>
                    </a:cubicBezTo>
                    <a:lnTo>
                      <a:pt x="39511" y="41657"/>
                    </a:lnTo>
                    <a:cubicBezTo>
                      <a:pt x="35221" y="45948"/>
                      <a:pt x="29499" y="47735"/>
                      <a:pt x="23778" y="47735"/>
                    </a:cubicBezTo>
                    <a:cubicBezTo>
                      <a:pt x="11621" y="47735"/>
                      <a:pt x="2682" y="38439"/>
                      <a:pt x="2682" y="252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5" name="Полилиния: фигура 64">
                <a:extLst>
                  <a:ext uri="{FF2B5EF4-FFF2-40B4-BE49-F238E27FC236}">
                    <a16:creationId xmlns:a16="http://schemas.microsoft.com/office/drawing/2014/main" id="{BC85D254-BF43-4FB0-8D71-99130A2C4A69}"/>
                  </a:ext>
                </a:extLst>
              </p:cNvPr>
              <p:cNvSpPr/>
              <p:nvPr/>
            </p:nvSpPr>
            <p:spPr>
              <a:xfrm>
                <a:off x="1230100" y="6548175"/>
                <a:ext cx="39333" cy="46484"/>
              </a:xfrm>
              <a:custGeom>
                <a:avLst/>
                <a:gdLst>
                  <a:gd name="connsiteX0" fmla="*/ 2682 w 39332"/>
                  <a:gd name="connsiteY0" fmla="*/ 2682 h 46483"/>
                  <a:gd name="connsiteX1" fmla="*/ 39154 w 39332"/>
                  <a:gd name="connsiteY1" fmla="*/ 2682 h 46483"/>
                  <a:gd name="connsiteX2" fmla="*/ 39154 w 39332"/>
                  <a:gd name="connsiteY2" fmla="*/ 45590 h 46483"/>
                  <a:gd name="connsiteX3" fmla="*/ 28427 w 39332"/>
                  <a:gd name="connsiteY3" fmla="*/ 45590 h 46483"/>
                  <a:gd name="connsiteX4" fmla="*/ 28427 w 39332"/>
                  <a:gd name="connsiteY4" fmla="*/ 11979 h 46483"/>
                  <a:gd name="connsiteX5" fmla="*/ 13409 w 39332"/>
                  <a:gd name="connsiteY5" fmla="*/ 11979 h 46483"/>
                  <a:gd name="connsiteX6" fmla="*/ 13409 w 39332"/>
                  <a:gd name="connsiteY6" fmla="*/ 45590 h 46483"/>
                  <a:gd name="connsiteX7" fmla="*/ 2682 w 39332"/>
                  <a:gd name="connsiteY7" fmla="*/ 45590 h 46483"/>
                  <a:gd name="connsiteX8" fmla="*/ 2682 w 39332"/>
                  <a:gd name="connsiteY8" fmla="*/ 2682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9332" h="46483">
                    <a:moveTo>
                      <a:pt x="2682" y="2682"/>
                    </a:moveTo>
                    <a:lnTo>
                      <a:pt x="39154" y="2682"/>
                    </a:lnTo>
                    <a:lnTo>
                      <a:pt x="39154" y="45590"/>
                    </a:lnTo>
                    <a:lnTo>
                      <a:pt x="28427" y="45590"/>
                    </a:lnTo>
                    <a:lnTo>
                      <a:pt x="28427" y="11979"/>
                    </a:lnTo>
                    <a:lnTo>
                      <a:pt x="13409" y="11979"/>
                    </a:lnTo>
                    <a:lnTo>
                      <a:pt x="13409" y="45590"/>
                    </a:lnTo>
                    <a:lnTo>
                      <a:pt x="2682" y="45590"/>
                    </a:lnTo>
                    <a:lnTo>
                      <a:pt x="2682" y="268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6" name="Полилиния: фигура 65">
                <a:extLst>
                  <a:ext uri="{FF2B5EF4-FFF2-40B4-BE49-F238E27FC236}">
                    <a16:creationId xmlns:a16="http://schemas.microsoft.com/office/drawing/2014/main" id="{E9883A12-F306-4D22-8063-5C1F0F5B9BAC}"/>
                  </a:ext>
                </a:extLst>
              </p:cNvPr>
              <p:cNvSpPr/>
              <p:nvPr/>
            </p:nvSpPr>
            <p:spPr>
              <a:xfrm>
                <a:off x="1275869" y="6547103"/>
                <a:ext cx="46484" cy="50060"/>
              </a:xfrm>
              <a:custGeom>
                <a:avLst/>
                <a:gdLst>
                  <a:gd name="connsiteX0" fmla="*/ 2682 w 46483"/>
                  <a:gd name="connsiteY0" fmla="*/ 25209 h 50059"/>
                  <a:gd name="connsiteX1" fmla="*/ 24493 w 46483"/>
                  <a:gd name="connsiteY1" fmla="*/ 2682 h 50059"/>
                  <a:gd name="connsiteX2" fmla="*/ 46305 w 46483"/>
                  <a:gd name="connsiteY2" fmla="*/ 25209 h 50059"/>
                  <a:gd name="connsiteX3" fmla="*/ 24493 w 46483"/>
                  <a:gd name="connsiteY3" fmla="*/ 47735 h 50059"/>
                  <a:gd name="connsiteX4" fmla="*/ 2682 w 46483"/>
                  <a:gd name="connsiteY4" fmla="*/ 25209 h 50059"/>
                  <a:gd name="connsiteX5" fmla="*/ 34863 w 46483"/>
                  <a:gd name="connsiteY5" fmla="*/ 25209 h 50059"/>
                  <a:gd name="connsiteX6" fmla="*/ 24136 w 46483"/>
                  <a:gd name="connsiteY6" fmla="*/ 12336 h 50059"/>
                  <a:gd name="connsiteX7" fmla="*/ 13409 w 46483"/>
                  <a:gd name="connsiteY7" fmla="*/ 25209 h 50059"/>
                  <a:gd name="connsiteX8" fmla="*/ 24136 w 46483"/>
                  <a:gd name="connsiteY8" fmla="*/ 38081 h 50059"/>
                  <a:gd name="connsiteX9" fmla="*/ 34863 w 46483"/>
                  <a:gd name="connsiteY9" fmla="*/ 25209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6483" h="50059">
                    <a:moveTo>
                      <a:pt x="2682" y="25209"/>
                    </a:moveTo>
                    <a:cubicBezTo>
                      <a:pt x="2682" y="11979"/>
                      <a:pt x="11979" y="2682"/>
                      <a:pt x="24493" y="2682"/>
                    </a:cubicBezTo>
                    <a:cubicBezTo>
                      <a:pt x="37008" y="2682"/>
                      <a:pt x="46305" y="11979"/>
                      <a:pt x="46305" y="25209"/>
                    </a:cubicBezTo>
                    <a:cubicBezTo>
                      <a:pt x="46305" y="38439"/>
                      <a:pt x="37008" y="47735"/>
                      <a:pt x="24493" y="47735"/>
                    </a:cubicBezTo>
                    <a:cubicBezTo>
                      <a:pt x="11979" y="47735"/>
                      <a:pt x="2682" y="38439"/>
                      <a:pt x="2682" y="25209"/>
                    </a:cubicBezTo>
                    <a:close/>
                    <a:moveTo>
                      <a:pt x="34863" y="25209"/>
                    </a:moveTo>
                    <a:cubicBezTo>
                      <a:pt x="34863" y="17700"/>
                      <a:pt x="30572" y="12336"/>
                      <a:pt x="24136" y="12336"/>
                    </a:cubicBezTo>
                    <a:cubicBezTo>
                      <a:pt x="17700" y="12336"/>
                      <a:pt x="13409" y="17700"/>
                      <a:pt x="13409" y="25209"/>
                    </a:cubicBezTo>
                    <a:cubicBezTo>
                      <a:pt x="13409" y="32718"/>
                      <a:pt x="17700" y="38081"/>
                      <a:pt x="24136" y="38081"/>
                    </a:cubicBezTo>
                    <a:cubicBezTo>
                      <a:pt x="30930" y="38439"/>
                      <a:pt x="34863" y="32718"/>
                      <a:pt x="34863" y="252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7" name="Полилиния: фигура 66">
                <a:extLst>
                  <a:ext uri="{FF2B5EF4-FFF2-40B4-BE49-F238E27FC236}">
                    <a16:creationId xmlns:a16="http://schemas.microsoft.com/office/drawing/2014/main" id="{3AF365FF-04FE-4D5A-BFF1-13849BAB5CD7}"/>
                  </a:ext>
                </a:extLst>
              </p:cNvPr>
              <p:cNvSpPr/>
              <p:nvPr/>
            </p:nvSpPr>
            <p:spPr>
              <a:xfrm>
                <a:off x="1328432" y="6547103"/>
                <a:ext cx="46484" cy="64362"/>
              </a:xfrm>
              <a:custGeom>
                <a:avLst/>
                <a:gdLst>
                  <a:gd name="connsiteX0" fmla="*/ 13409 w 46483"/>
                  <a:gd name="connsiteY0" fmla="*/ 62753 h 64362"/>
                  <a:gd name="connsiteX1" fmla="*/ 2682 w 46483"/>
                  <a:gd name="connsiteY1" fmla="*/ 62753 h 64362"/>
                  <a:gd name="connsiteX2" fmla="*/ 2682 w 46483"/>
                  <a:gd name="connsiteY2" fmla="*/ 3754 h 64362"/>
                  <a:gd name="connsiteX3" fmla="*/ 13409 w 46483"/>
                  <a:gd name="connsiteY3" fmla="*/ 3754 h 64362"/>
                  <a:gd name="connsiteX4" fmla="*/ 13409 w 46483"/>
                  <a:gd name="connsiteY4" fmla="*/ 9118 h 64362"/>
                  <a:gd name="connsiteX5" fmla="*/ 13409 w 46483"/>
                  <a:gd name="connsiteY5" fmla="*/ 9118 h 64362"/>
                  <a:gd name="connsiteX6" fmla="*/ 26281 w 46483"/>
                  <a:gd name="connsiteY6" fmla="*/ 2682 h 64362"/>
                  <a:gd name="connsiteX7" fmla="*/ 45948 w 46483"/>
                  <a:gd name="connsiteY7" fmla="*/ 25209 h 64362"/>
                  <a:gd name="connsiteX8" fmla="*/ 26281 w 46483"/>
                  <a:gd name="connsiteY8" fmla="*/ 47735 h 64362"/>
                  <a:gd name="connsiteX9" fmla="*/ 13409 w 46483"/>
                  <a:gd name="connsiteY9" fmla="*/ 41299 h 64362"/>
                  <a:gd name="connsiteX10" fmla="*/ 13409 w 46483"/>
                  <a:gd name="connsiteY10" fmla="*/ 41299 h 64362"/>
                  <a:gd name="connsiteX11" fmla="*/ 13409 w 46483"/>
                  <a:gd name="connsiteY11" fmla="*/ 62753 h 64362"/>
                  <a:gd name="connsiteX12" fmla="*/ 24136 w 46483"/>
                  <a:gd name="connsiteY12" fmla="*/ 38081 h 64362"/>
                  <a:gd name="connsiteX13" fmla="*/ 35221 w 46483"/>
                  <a:gd name="connsiteY13" fmla="*/ 25209 h 64362"/>
                  <a:gd name="connsiteX14" fmla="*/ 24136 w 46483"/>
                  <a:gd name="connsiteY14" fmla="*/ 12336 h 64362"/>
                  <a:gd name="connsiteX15" fmla="*/ 13051 w 46483"/>
                  <a:gd name="connsiteY15" fmla="*/ 25209 h 64362"/>
                  <a:gd name="connsiteX16" fmla="*/ 24136 w 46483"/>
                  <a:gd name="connsiteY16" fmla="*/ 38081 h 64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6483" h="64362">
                    <a:moveTo>
                      <a:pt x="13409" y="62753"/>
                    </a:moveTo>
                    <a:lnTo>
                      <a:pt x="2682" y="62753"/>
                    </a:lnTo>
                    <a:lnTo>
                      <a:pt x="2682" y="3754"/>
                    </a:lnTo>
                    <a:lnTo>
                      <a:pt x="13409" y="3754"/>
                    </a:lnTo>
                    <a:lnTo>
                      <a:pt x="13409" y="9118"/>
                    </a:lnTo>
                    <a:lnTo>
                      <a:pt x="13409" y="9118"/>
                    </a:lnTo>
                    <a:cubicBezTo>
                      <a:pt x="15554" y="5900"/>
                      <a:pt x="19845" y="2682"/>
                      <a:pt x="26281" y="2682"/>
                    </a:cubicBezTo>
                    <a:cubicBezTo>
                      <a:pt x="37724" y="2682"/>
                      <a:pt x="45948" y="11979"/>
                      <a:pt x="45948" y="25209"/>
                    </a:cubicBezTo>
                    <a:cubicBezTo>
                      <a:pt x="45948" y="38439"/>
                      <a:pt x="37366" y="47735"/>
                      <a:pt x="26281" y="47735"/>
                    </a:cubicBezTo>
                    <a:cubicBezTo>
                      <a:pt x="19845" y="47735"/>
                      <a:pt x="15554" y="44517"/>
                      <a:pt x="13409" y="41299"/>
                    </a:cubicBezTo>
                    <a:lnTo>
                      <a:pt x="13409" y="41299"/>
                    </a:lnTo>
                    <a:lnTo>
                      <a:pt x="13409" y="62753"/>
                    </a:lnTo>
                    <a:close/>
                    <a:moveTo>
                      <a:pt x="24136" y="38081"/>
                    </a:moveTo>
                    <a:cubicBezTo>
                      <a:pt x="30572" y="38081"/>
                      <a:pt x="35221" y="32718"/>
                      <a:pt x="35221" y="25209"/>
                    </a:cubicBezTo>
                    <a:cubicBezTo>
                      <a:pt x="35221" y="18057"/>
                      <a:pt x="30572" y="12336"/>
                      <a:pt x="24136" y="12336"/>
                    </a:cubicBezTo>
                    <a:cubicBezTo>
                      <a:pt x="17700" y="12336"/>
                      <a:pt x="13051" y="17700"/>
                      <a:pt x="13051" y="25209"/>
                    </a:cubicBezTo>
                    <a:cubicBezTo>
                      <a:pt x="13051" y="32718"/>
                      <a:pt x="17700" y="38081"/>
                      <a:pt x="24136" y="3808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8" name="Полилиния: фигура 67">
                <a:extLst>
                  <a:ext uri="{FF2B5EF4-FFF2-40B4-BE49-F238E27FC236}">
                    <a16:creationId xmlns:a16="http://schemas.microsoft.com/office/drawing/2014/main" id="{6918BF2C-A441-45F4-8261-A2280F8B7927}"/>
                  </a:ext>
                </a:extLst>
              </p:cNvPr>
              <p:cNvSpPr/>
              <p:nvPr/>
            </p:nvSpPr>
            <p:spPr>
              <a:xfrm>
                <a:off x="1375988" y="6548175"/>
                <a:ext cx="42908" cy="46484"/>
              </a:xfrm>
              <a:custGeom>
                <a:avLst/>
                <a:gdLst>
                  <a:gd name="connsiteX0" fmla="*/ 15554 w 42908"/>
                  <a:gd name="connsiteY0" fmla="*/ 11979 h 46483"/>
                  <a:gd name="connsiteX1" fmla="*/ 2682 w 42908"/>
                  <a:gd name="connsiteY1" fmla="*/ 11979 h 46483"/>
                  <a:gd name="connsiteX2" fmla="*/ 2682 w 42908"/>
                  <a:gd name="connsiteY2" fmla="*/ 2682 h 46483"/>
                  <a:gd name="connsiteX3" fmla="*/ 40226 w 42908"/>
                  <a:gd name="connsiteY3" fmla="*/ 2682 h 46483"/>
                  <a:gd name="connsiteX4" fmla="*/ 37008 w 42908"/>
                  <a:gd name="connsiteY4" fmla="*/ 11979 h 46483"/>
                  <a:gd name="connsiteX5" fmla="*/ 26639 w 42908"/>
                  <a:gd name="connsiteY5" fmla="*/ 11979 h 46483"/>
                  <a:gd name="connsiteX6" fmla="*/ 26639 w 42908"/>
                  <a:gd name="connsiteY6" fmla="*/ 45590 h 46483"/>
                  <a:gd name="connsiteX7" fmla="*/ 15912 w 42908"/>
                  <a:gd name="connsiteY7" fmla="*/ 45590 h 46483"/>
                  <a:gd name="connsiteX8" fmla="*/ 15912 w 42908"/>
                  <a:gd name="connsiteY8" fmla="*/ 11979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2908" h="46483">
                    <a:moveTo>
                      <a:pt x="15554" y="11979"/>
                    </a:moveTo>
                    <a:lnTo>
                      <a:pt x="2682" y="11979"/>
                    </a:lnTo>
                    <a:lnTo>
                      <a:pt x="2682" y="2682"/>
                    </a:lnTo>
                    <a:lnTo>
                      <a:pt x="40226" y="2682"/>
                    </a:lnTo>
                    <a:lnTo>
                      <a:pt x="37008" y="11979"/>
                    </a:lnTo>
                    <a:lnTo>
                      <a:pt x="26639" y="11979"/>
                    </a:lnTo>
                    <a:lnTo>
                      <a:pt x="26639" y="45590"/>
                    </a:lnTo>
                    <a:lnTo>
                      <a:pt x="15912" y="45590"/>
                    </a:lnTo>
                    <a:lnTo>
                      <a:pt x="15912" y="11979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71" name="Московский транспорт" hidden="1">
            <a:extLst>
              <a:ext uri="{FF2B5EF4-FFF2-40B4-BE49-F238E27FC236}">
                <a16:creationId xmlns:a16="http://schemas.microsoft.com/office/drawing/2014/main" id="{1564B219-B977-4000-888C-2559043EADF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54294" y="6388794"/>
            <a:ext cx="843351" cy="319479"/>
            <a:chOff x="1557710" y="1236950"/>
            <a:chExt cx="1056037" cy="400050"/>
          </a:xfrm>
          <a:solidFill>
            <a:srgbClr val="E4000D"/>
          </a:solidFill>
        </p:grpSpPr>
        <p:sp>
          <p:nvSpPr>
            <p:cNvPr id="73" name="Полилиния: фигура 72">
              <a:extLst>
                <a:ext uri="{FF2B5EF4-FFF2-40B4-BE49-F238E27FC236}">
                  <a16:creationId xmlns:a16="http://schemas.microsoft.com/office/drawing/2014/main" id="{6A7C6D5D-B2EA-4797-B443-CC095EA3E343}"/>
                </a:ext>
              </a:extLst>
            </p:cNvPr>
            <p:cNvSpPr/>
            <p:nvPr/>
          </p:nvSpPr>
          <p:spPr>
            <a:xfrm>
              <a:off x="1557710" y="1236950"/>
              <a:ext cx="323850" cy="400050"/>
            </a:xfrm>
            <a:custGeom>
              <a:avLst/>
              <a:gdLst>
                <a:gd name="connsiteX0" fmla="*/ 249365 w 323850"/>
                <a:gd name="connsiteY0" fmla="*/ 249079 h 400050"/>
                <a:gd name="connsiteX1" fmla="*/ 283750 w 323850"/>
                <a:gd name="connsiteY1" fmla="*/ 166116 h 400050"/>
                <a:gd name="connsiteX2" fmla="*/ 166116 w 323850"/>
                <a:gd name="connsiteY2" fmla="*/ 48482 h 400050"/>
                <a:gd name="connsiteX3" fmla="*/ 48482 w 323850"/>
                <a:gd name="connsiteY3" fmla="*/ 166116 h 400050"/>
                <a:gd name="connsiteX4" fmla="*/ 82868 w 323850"/>
                <a:gd name="connsiteY4" fmla="*/ 249079 h 400050"/>
                <a:gd name="connsiteX5" fmla="*/ 92583 w 323850"/>
                <a:gd name="connsiteY5" fmla="*/ 253175 h 400050"/>
                <a:gd name="connsiteX6" fmla="*/ 106108 w 323850"/>
                <a:gd name="connsiteY6" fmla="*/ 239649 h 400050"/>
                <a:gd name="connsiteX7" fmla="*/ 101918 w 323850"/>
                <a:gd name="connsiteY7" fmla="*/ 229838 h 400050"/>
                <a:gd name="connsiteX8" fmla="*/ 75629 w 323850"/>
                <a:gd name="connsiteY8" fmla="*/ 166021 h 400050"/>
                <a:gd name="connsiteX9" fmla="*/ 166306 w 323850"/>
                <a:gd name="connsiteY9" fmla="*/ 75343 h 400050"/>
                <a:gd name="connsiteX10" fmla="*/ 256985 w 323850"/>
                <a:gd name="connsiteY10" fmla="*/ 166021 h 400050"/>
                <a:gd name="connsiteX11" fmla="*/ 230410 w 323850"/>
                <a:gd name="connsiteY11" fmla="*/ 230029 h 400050"/>
                <a:gd name="connsiteX12" fmla="*/ 112871 w 323850"/>
                <a:gd name="connsiteY12" fmla="*/ 347472 h 400050"/>
                <a:gd name="connsiteX13" fmla="*/ 131921 w 323850"/>
                <a:gd name="connsiteY13" fmla="*/ 366522 h 400050"/>
                <a:gd name="connsiteX14" fmla="*/ 249365 w 323850"/>
                <a:gd name="connsiteY14" fmla="*/ 249079 h 400050"/>
                <a:gd name="connsiteX15" fmla="*/ 71723 w 323850"/>
                <a:gd name="connsiteY15" fmla="*/ 273939 h 400050"/>
                <a:gd name="connsiteX16" fmla="*/ 67628 w 323850"/>
                <a:gd name="connsiteY16" fmla="*/ 264128 h 400050"/>
                <a:gd name="connsiteX17" fmla="*/ 27051 w 323850"/>
                <a:gd name="connsiteY17" fmla="*/ 166116 h 400050"/>
                <a:gd name="connsiteX18" fmla="*/ 166116 w 323850"/>
                <a:gd name="connsiteY18" fmla="*/ 27051 h 400050"/>
                <a:gd name="connsiteX19" fmla="*/ 305181 w 323850"/>
                <a:gd name="connsiteY19" fmla="*/ 166116 h 400050"/>
                <a:gd name="connsiteX20" fmla="*/ 264414 w 323850"/>
                <a:gd name="connsiteY20" fmla="*/ 264414 h 400050"/>
                <a:gd name="connsiteX21" fmla="*/ 146971 w 323850"/>
                <a:gd name="connsiteY21" fmla="*/ 381857 h 400050"/>
                <a:gd name="connsiteX22" fmla="*/ 166116 w 323850"/>
                <a:gd name="connsiteY22" fmla="*/ 401003 h 400050"/>
                <a:gd name="connsiteX23" fmla="*/ 283655 w 323850"/>
                <a:gd name="connsiteY23" fmla="*/ 283464 h 400050"/>
                <a:gd name="connsiteX24" fmla="*/ 332232 w 323850"/>
                <a:gd name="connsiteY24" fmla="*/ 166116 h 400050"/>
                <a:gd name="connsiteX25" fmla="*/ 166116 w 323850"/>
                <a:gd name="connsiteY25" fmla="*/ 0 h 400050"/>
                <a:gd name="connsiteX26" fmla="*/ 0 w 323850"/>
                <a:gd name="connsiteY26" fmla="*/ 166116 h 400050"/>
                <a:gd name="connsiteX27" fmla="*/ 48482 w 323850"/>
                <a:gd name="connsiteY27" fmla="*/ 283369 h 400050"/>
                <a:gd name="connsiteX28" fmla="*/ 58198 w 323850"/>
                <a:gd name="connsiteY28" fmla="*/ 287369 h 400050"/>
                <a:gd name="connsiteX29" fmla="*/ 71723 w 323850"/>
                <a:gd name="connsiteY29" fmla="*/ 273939 h 400050"/>
                <a:gd name="connsiteX30" fmla="*/ 235268 w 323850"/>
                <a:gd name="connsiteY30" fmla="*/ 166116 h 400050"/>
                <a:gd name="connsiteX31" fmla="*/ 166116 w 323850"/>
                <a:gd name="connsiteY31" fmla="*/ 96965 h 400050"/>
                <a:gd name="connsiteX32" fmla="*/ 96965 w 323850"/>
                <a:gd name="connsiteY32" fmla="*/ 166116 h 400050"/>
                <a:gd name="connsiteX33" fmla="*/ 166116 w 323850"/>
                <a:gd name="connsiteY33" fmla="*/ 235363 h 400050"/>
                <a:gd name="connsiteX34" fmla="*/ 235268 w 323850"/>
                <a:gd name="connsiteY34" fmla="*/ 166116 h 400050"/>
                <a:gd name="connsiteX35" fmla="*/ 123920 w 323850"/>
                <a:gd name="connsiteY35" fmla="*/ 166116 h 400050"/>
                <a:gd name="connsiteX36" fmla="*/ 166116 w 323850"/>
                <a:gd name="connsiteY36" fmla="*/ 123920 h 400050"/>
                <a:gd name="connsiteX37" fmla="*/ 208312 w 323850"/>
                <a:gd name="connsiteY37" fmla="*/ 166116 h 400050"/>
                <a:gd name="connsiteX38" fmla="*/ 166116 w 323850"/>
                <a:gd name="connsiteY38" fmla="*/ 208312 h 400050"/>
                <a:gd name="connsiteX39" fmla="*/ 123920 w 323850"/>
                <a:gd name="connsiteY39" fmla="*/ 166116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23850" h="400050">
                  <a:moveTo>
                    <a:pt x="249365" y="249079"/>
                  </a:moveTo>
                  <a:cubicBezTo>
                    <a:pt x="270605" y="227743"/>
                    <a:pt x="283750" y="198406"/>
                    <a:pt x="283750" y="166116"/>
                  </a:cubicBezTo>
                  <a:cubicBezTo>
                    <a:pt x="283750" y="101251"/>
                    <a:pt x="230981" y="48482"/>
                    <a:pt x="166116" y="48482"/>
                  </a:cubicBezTo>
                  <a:cubicBezTo>
                    <a:pt x="101251" y="48482"/>
                    <a:pt x="48482" y="101251"/>
                    <a:pt x="48482" y="166116"/>
                  </a:cubicBezTo>
                  <a:cubicBezTo>
                    <a:pt x="48482" y="198501"/>
                    <a:pt x="61817" y="228124"/>
                    <a:pt x="82868" y="249079"/>
                  </a:cubicBezTo>
                  <a:cubicBezTo>
                    <a:pt x="85344" y="251555"/>
                    <a:pt x="88773" y="253175"/>
                    <a:pt x="92583" y="253175"/>
                  </a:cubicBezTo>
                  <a:cubicBezTo>
                    <a:pt x="100013" y="253175"/>
                    <a:pt x="106108" y="247079"/>
                    <a:pt x="106108" y="239649"/>
                  </a:cubicBezTo>
                  <a:cubicBezTo>
                    <a:pt x="106108" y="235744"/>
                    <a:pt x="104489" y="232315"/>
                    <a:pt x="101918" y="229838"/>
                  </a:cubicBezTo>
                  <a:cubicBezTo>
                    <a:pt x="85630" y="213455"/>
                    <a:pt x="75629" y="190881"/>
                    <a:pt x="75629" y="166021"/>
                  </a:cubicBezTo>
                  <a:cubicBezTo>
                    <a:pt x="75629" y="116015"/>
                    <a:pt x="116300" y="75343"/>
                    <a:pt x="166306" y="75343"/>
                  </a:cubicBezTo>
                  <a:cubicBezTo>
                    <a:pt x="216313" y="75343"/>
                    <a:pt x="256985" y="116015"/>
                    <a:pt x="256985" y="166021"/>
                  </a:cubicBezTo>
                  <a:cubicBezTo>
                    <a:pt x="256985" y="190976"/>
                    <a:pt x="246793" y="213646"/>
                    <a:pt x="230410" y="230029"/>
                  </a:cubicBezTo>
                  <a:lnTo>
                    <a:pt x="112871" y="347472"/>
                  </a:lnTo>
                  <a:lnTo>
                    <a:pt x="131921" y="366522"/>
                  </a:lnTo>
                  <a:lnTo>
                    <a:pt x="249365" y="249079"/>
                  </a:lnTo>
                  <a:close/>
                  <a:moveTo>
                    <a:pt x="71723" y="273939"/>
                  </a:moveTo>
                  <a:cubicBezTo>
                    <a:pt x="71723" y="270129"/>
                    <a:pt x="70104" y="266700"/>
                    <a:pt x="67628" y="264128"/>
                  </a:cubicBezTo>
                  <a:cubicBezTo>
                    <a:pt x="42672" y="239173"/>
                    <a:pt x="27051" y="204311"/>
                    <a:pt x="27051" y="166116"/>
                  </a:cubicBezTo>
                  <a:cubicBezTo>
                    <a:pt x="27051" y="89440"/>
                    <a:pt x="89440" y="27051"/>
                    <a:pt x="166116" y="27051"/>
                  </a:cubicBezTo>
                  <a:cubicBezTo>
                    <a:pt x="242792" y="27051"/>
                    <a:pt x="305181" y="89440"/>
                    <a:pt x="305181" y="166116"/>
                  </a:cubicBezTo>
                  <a:cubicBezTo>
                    <a:pt x="305181" y="204502"/>
                    <a:pt x="289560" y="239268"/>
                    <a:pt x="264414" y="264414"/>
                  </a:cubicBezTo>
                  <a:lnTo>
                    <a:pt x="146971" y="381857"/>
                  </a:lnTo>
                  <a:lnTo>
                    <a:pt x="166116" y="401003"/>
                  </a:lnTo>
                  <a:lnTo>
                    <a:pt x="283655" y="283464"/>
                  </a:lnTo>
                  <a:cubicBezTo>
                    <a:pt x="313658" y="253365"/>
                    <a:pt x="332232" y="211931"/>
                    <a:pt x="332232" y="166116"/>
                  </a:cubicBezTo>
                  <a:cubicBezTo>
                    <a:pt x="332137" y="74390"/>
                    <a:pt x="257842" y="0"/>
                    <a:pt x="166116" y="0"/>
                  </a:cubicBezTo>
                  <a:cubicBezTo>
                    <a:pt x="74390" y="0"/>
                    <a:pt x="0" y="74390"/>
                    <a:pt x="0" y="166116"/>
                  </a:cubicBezTo>
                  <a:cubicBezTo>
                    <a:pt x="0" y="211931"/>
                    <a:pt x="18574" y="253460"/>
                    <a:pt x="48482" y="283369"/>
                  </a:cubicBezTo>
                  <a:cubicBezTo>
                    <a:pt x="51054" y="285941"/>
                    <a:pt x="54388" y="287369"/>
                    <a:pt x="58198" y="287369"/>
                  </a:cubicBezTo>
                  <a:cubicBezTo>
                    <a:pt x="65627" y="287369"/>
                    <a:pt x="71723" y="281369"/>
                    <a:pt x="71723" y="273939"/>
                  </a:cubicBezTo>
                  <a:close/>
                  <a:moveTo>
                    <a:pt x="235268" y="166116"/>
                  </a:moveTo>
                  <a:cubicBezTo>
                    <a:pt x="235268" y="127921"/>
                    <a:pt x="204216" y="96965"/>
                    <a:pt x="166116" y="96965"/>
                  </a:cubicBezTo>
                  <a:cubicBezTo>
                    <a:pt x="127921" y="96965"/>
                    <a:pt x="96965" y="128016"/>
                    <a:pt x="96965" y="166116"/>
                  </a:cubicBezTo>
                  <a:cubicBezTo>
                    <a:pt x="96965" y="204311"/>
                    <a:pt x="128016" y="235363"/>
                    <a:pt x="166116" y="235363"/>
                  </a:cubicBezTo>
                  <a:cubicBezTo>
                    <a:pt x="204216" y="235268"/>
                    <a:pt x="235268" y="204216"/>
                    <a:pt x="235268" y="166116"/>
                  </a:cubicBezTo>
                  <a:close/>
                  <a:moveTo>
                    <a:pt x="123920" y="166116"/>
                  </a:moveTo>
                  <a:cubicBezTo>
                    <a:pt x="123920" y="142875"/>
                    <a:pt x="142875" y="123920"/>
                    <a:pt x="166116" y="123920"/>
                  </a:cubicBezTo>
                  <a:cubicBezTo>
                    <a:pt x="189357" y="123920"/>
                    <a:pt x="208312" y="142875"/>
                    <a:pt x="208312" y="166116"/>
                  </a:cubicBezTo>
                  <a:cubicBezTo>
                    <a:pt x="208312" y="189357"/>
                    <a:pt x="189357" y="208312"/>
                    <a:pt x="166116" y="208312"/>
                  </a:cubicBezTo>
                  <a:cubicBezTo>
                    <a:pt x="142780" y="208312"/>
                    <a:pt x="123920" y="189357"/>
                    <a:pt x="123920" y="16611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Полилиния: фигура 73">
              <a:extLst>
                <a:ext uri="{FF2B5EF4-FFF2-40B4-BE49-F238E27FC236}">
                  <a16:creationId xmlns:a16="http://schemas.microsoft.com/office/drawing/2014/main" id="{9D8E0897-DCB6-4393-955F-B674635F557E}"/>
                </a:ext>
              </a:extLst>
            </p:cNvPr>
            <p:cNvSpPr/>
            <p:nvPr/>
          </p:nvSpPr>
          <p:spPr>
            <a:xfrm>
              <a:off x="1974238" y="1304196"/>
              <a:ext cx="104775" cy="66675"/>
            </a:xfrm>
            <a:custGeom>
              <a:avLst/>
              <a:gdLst>
                <a:gd name="connsiteX0" fmla="*/ 0 w 104775"/>
                <a:gd name="connsiteY0" fmla="*/ 74771 h 66675"/>
                <a:gd name="connsiteX1" fmla="*/ 24575 w 104775"/>
                <a:gd name="connsiteY1" fmla="*/ 0 h 66675"/>
                <a:gd name="connsiteX2" fmla="*/ 37243 w 104775"/>
                <a:gd name="connsiteY2" fmla="*/ 0 h 66675"/>
                <a:gd name="connsiteX3" fmla="*/ 54578 w 104775"/>
                <a:gd name="connsiteY3" fmla="*/ 50673 h 66675"/>
                <a:gd name="connsiteX4" fmla="*/ 54769 w 104775"/>
                <a:gd name="connsiteY4" fmla="*/ 50673 h 66675"/>
                <a:gd name="connsiteX5" fmla="*/ 71818 w 104775"/>
                <a:gd name="connsiteY5" fmla="*/ 0 h 66675"/>
                <a:gd name="connsiteX6" fmla="*/ 84487 w 104775"/>
                <a:gd name="connsiteY6" fmla="*/ 0 h 66675"/>
                <a:gd name="connsiteX7" fmla="*/ 108966 w 104775"/>
                <a:gd name="connsiteY7" fmla="*/ 74771 h 66675"/>
                <a:gd name="connsiteX8" fmla="*/ 90868 w 104775"/>
                <a:gd name="connsiteY8" fmla="*/ 74771 h 66675"/>
                <a:gd name="connsiteX9" fmla="*/ 77724 w 104775"/>
                <a:gd name="connsiteY9" fmla="*/ 31147 h 66675"/>
                <a:gd name="connsiteX10" fmla="*/ 77533 w 104775"/>
                <a:gd name="connsiteY10" fmla="*/ 31147 h 66675"/>
                <a:gd name="connsiteX11" fmla="*/ 61913 w 104775"/>
                <a:gd name="connsiteY11" fmla="*/ 74771 h 66675"/>
                <a:gd name="connsiteX12" fmla="*/ 46863 w 104775"/>
                <a:gd name="connsiteY12" fmla="*/ 74771 h 66675"/>
                <a:gd name="connsiteX13" fmla="*/ 31242 w 104775"/>
                <a:gd name="connsiteY13" fmla="*/ 31147 h 66675"/>
                <a:gd name="connsiteX14" fmla="*/ 31051 w 104775"/>
                <a:gd name="connsiteY14" fmla="*/ 31147 h 66675"/>
                <a:gd name="connsiteX15" fmla="*/ 17907 w 104775"/>
                <a:gd name="connsiteY15" fmla="*/ 74771 h 66675"/>
                <a:gd name="connsiteX16" fmla="*/ 0 w 104775"/>
                <a:gd name="connsiteY16" fmla="*/ 7477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4775" h="66675">
                  <a:moveTo>
                    <a:pt x="0" y="74771"/>
                  </a:moveTo>
                  <a:lnTo>
                    <a:pt x="24575" y="0"/>
                  </a:lnTo>
                  <a:lnTo>
                    <a:pt x="37243" y="0"/>
                  </a:lnTo>
                  <a:lnTo>
                    <a:pt x="54578" y="50673"/>
                  </a:lnTo>
                  <a:lnTo>
                    <a:pt x="54769" y="50673"/>
                  </a:lnTo>
                  <a:lnTo>
                    <a:pt x="71818" y="0"/>
                  </a:lnTo>
                  <a:lnTo>
                    <a:pt x="84487" y="0"/>
                  </a:lnTo>
                  <a:lnTo>
                    <a:pt x="108966" y="74771"/>
                  </a:lnTo>
                  <a:lnTo>
                    <a:pt x="90868" y="74771"/>
                  </a:lnTo>
                  <a:lnTo>
                    <a:pt x="77724" y="31147"/>
                  </a:lnTo>
                  <a:lnTo>
                    <a:pt x="77533" y="31147"/>
                  </a:lnTo>
                  <a:lnTo>
                    <a:pt x="61913" y="74771"/>
                  </a:lnTo>
                  <a:lnTo>
                    <a:pt x="46863" y="74771"/>
                  </a:lnTo>
                  <a:lnTo>
                    <a:pt x="31242" y="31147"/>
                  </a:lnTo>
                  <a:lnTo>
                    <a:pt x="31051" y="31147"/>
                  </a:lnTo>
                  <a:lnTo>
                    <a:pt x="17907" y="74771"/>
                  </a:lnTo>
                  <a:lnTo>
                    <a:pt x="0" y="7477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Полилиния: фигура 74">
              <a:extLst>
                <a:ext uri="{FF2B5EF4-FFF2-40B4-BE49-F238E27FC236}">
                  <a16:creationId xmlns:a16="http://schemas.microsoft.com/office/drawing/2014/main" id="{FCBD46F4-1B82-46AA-902C-6DADCC5C0E20}"/>
                </a:ext>
              </a:extLst>
            </p:cNvPr>
            <p:cNvSpPr/>
            <p:nvPr/>
          </p:nvSpPr>
          <p:spPr>
            <a:xfrm>
              <a:off x="2087967" y="1323723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2 w 47625"/>
                <a:gd name="connsiteY1" fmla="*/ 0 h 47625"/>
                <a:gd name="connsiteX2" fmla="*/ 55150 w 47625"/>
                <a:gd name="connsiteY2" fmla="*/ 28099 h 47625"/>
                <a:gd name="connsiteX3" fmla="*/ 27622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2 w 47625"/>
                <a:gd name="connsiteY6" fmla="*/ 13907 h 47625"/>
                <a:gd name="connsiteX7" fmla="*/ 16192 w 47625"/>
                <a:gd name="connsiteY7" fmla="*/ 28099 h 47625"/>
                <a:gd name="connsiteX8" fmla="*/ 27622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>
                  <a:moveTo>
                    <a:pt x="0" y="28099"/>
                  </a:moveTo>
                  <a:cubicBezTo>
                    <a:pt x="0" y="11621"/>
                    <a:pt x="11335" y="0"/>
                    <a:pt x="27622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2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7"/>
                    <a:pt x="27622" y="13907"/>
                  </a:cubicBezTo>
                  <a:cubicBezTo>
                    <a:pt x="20574" y="13907"/>
                    <a:pt x="16192" y="19812"/>
                    <a:pt x="16192" y="28099"/>
                  </a:cubicBezTo>
                  <a:cubicBezTo>
                    <a:pt x="16192" y="36195"/>
                    <a:pt x="20574" y="42672"/>
                    <a:pt x="27622" y="42672"/>
                  </a:cubicBezTo>
                  <a:cubicBezTo>
                    <a:pt x="34671" y="42672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Полилиния: фигура 75">
              <a:extLst>
                <a:ext uri="{FF2B5EF4-FFF2-40B4-BE49-F238E27FC236}">
                  <a16:creationId xmlns:a16="http://schemas.microsoft.com/office/drawing/2014/main" id="{3D083244-92D0-43D5-9EE8-62B8102EB0FF}"/>
                </a:ext>
              </a:extLst>
            </p:cNvPr>
            <p:cNvSpPr/>
            <p:nvPr/>
          </p:nvSpPr>
          <p:spPr>
            <a:xfrm>
              <a:off x="2151117" y="1323723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6 h 47625"/>
                <a:gd name="connsiteX4" fmla="*/ 27623 w 38100"/>
                <a:gd name="connsiteY4" fmla="*/ 13811 h 47625"/>
                <a:gd name="connsiteX5" fmla="*/ 16288 w 38100"/>
                <a:gd name="connsiteY5" fmla="*/ 28099 h 47625"/>
                <a:gd name="connsiteX6" fmla="*/ 27623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6"/>
                  </a:lnTo>
                  <a:cubicBezTo>
                    <a:pt x="34766" y="14764"/>
                    <a:pt x="31337" y="13811"/>
                    <a:pt x="27623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6"/>
                    <a:pt x="20574" y="42672"/>
                    <a:pt x="27623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Полилиния: фигура 76">
              <a:extLst>
                <a:ext uri="{FF2B5EF4-FFF2-40B4-BE49-F238E27FC236}">
                  <a16:creationId xmlns:a16="http://schemas.microsoft.com/office/drawing/2014/main" id="{5D229E69-0F26-41C8-B30C-3E4A22C79113}"/>
                </a:ext>
              </a:extLst>
            </p:cNvPr>
            <p:cNvSpPr/>
            <p:nvPr/>
          </p:nvSpPr>
          <p:spPr>
            <a:xfrm>
              <a:off x="2207696" y="1325056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4 h 47625"/>
                <a:gd name="connsiteX3" fmla="*/ 18098 w 47625"/>
                <a:gd name="connsiteY3" fmla="*/ 20384 h 47625"/>
                <a:gd name="connsiteX4" fmla="*/ 30766 w 47625"/>
                <a:gd name="connsiteY4" fmla="*/ 0 h 47625"/>
                <a:gd name="connsiteX5" fmla="*/ 48578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6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3912 h 47625"/>
                <a:gd name="connsiteX12" fmla="*/ 0 w 47625"/>
                <a:gd name="connsiteY12" fmla="*/ 53912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>
                  <a:moveTo>
                    <a:pt x="95" y="0"/>
                  </a:moveTo>
                  <a:lnTo>
                    <a:pt x="15716" y="0"/>
                  </a:lnTo>
                  <a:lnTo>
                    <a:pt x="15716" y="20384"/>
                  </a:lnTo>
                  <a:lnTo>
                    <a:pt x="18098" y="20384"/>
                  </a:lnTo>
                  <a:lnTo>
                    <a:pt x="30766" y="0"/>
                  </a:lnTo>
                  <a:lnTo>
                    <a:pt x="48578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6" y="33433"/>
                  </a:lnTo>
                  <a:lnTo>
                    <a:pt x="15621" y="33433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Полилиния: фигура 77">
              <a:extLst>
                <a:ext uri="{FF2B5EF4-FFF2-40B4-BE49-F238E27FC236}">
                  <a16:creationId xmlns:a16="http://schemas.microsoft.com/office/drawing/2014/main" id="{92C9B5F5-7A87-466A-AAFE-D67946AE1B9F}"/>
                </a:ext>
              </a:extLst>
            </p:cNvPr>
            <p:cNvSpPr/>
            <p:nvPr/>
          </p:nvSpPr>
          <p:spPr>
            <a:xfrm>
              <a:off x="2262179" y="1323723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3 w 47625"/>
                <a:gd name="connsiteY1" fmla="*/ 0 h 47625"/>
                <a:gd name="connsiteX2" fmla="*/ 55150 w 47625"/>
                <a:gd name="connsiteY2" fmla="*/ 28099 h 47625"/>
                <a:gd name="connsiteX3" fmla="*/ 27623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3 w 47625"/>
                <a:gd name="connsiteY6" fmla="*/ 13907 h 47625"/>
                <a:gd name="connsiteX7" fmla="*/ 16192 w 47625"/>
                <a:gd name="connsiteY7" fmla="*/ 28099 h 47625"/>
                <a:gd name="connsiteX8" fmla="*/ 27623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>
                  <a:moveTo>
                    <a:pt x="0" y="28099"/>
                  </a:moveTo>
                  <a:cubicBezTo>
                    <a:pt x="0" y="11621"/>
                    <a:pt x="11335" y="0"/>
                    <a:pt x="27623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3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7"/>
                    <a:pt x="27623" y="13907"/>
                  </a:cubicBezTo>
                  <a:cubicBezTo>
                    <a:pt x="20574" y="13907"/>
                    <a:pt x="16192" y="19812"/>
                    <a:pt x="16192" y="28099"/>
                  </a:cubicBezTo>
                  <a:cubicBezTo>
                    <a:pt x="16192" y="36195"/>
                    <a:pt x="20574" y="42672"/>
                    <a:pt x="27623" y="42672"/>
                  </a:cubicBezTo>
                  <a:cubicBezTo>
                    <a:pt x="34671" y="42672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Полилиния: фигура 78">
              <a:extLst>
                <a:ext uri="{FF2B5EF4-FFF2-40B4-BE49-F238E27FC236}">
                  <a16:creationId xmlns:a16="http://schemas.microsoft.com/office/drawing/2014/main" id="{002EFC67-47DE-4844-83FB-033225A8052C}"/>
                </a:ext>
              </a:extLst>
            </p:cNvPr>
            <p:cNvSpPr/>
            <p:nvPr/>
          </p:nvSpPr>
          <p:spPr>
            <a:xfrm>
              <a:off x="2328854" y="1325056"/>
              <a:ext cx="47625" cy="47625"/>
            </a:xfrm>
            <a:custGeom>
              <a:avLst/>
              <a:gdLst>
                <a:gd name="connsiteX0" fmla="*/ 0 w 47625"/>
                <a:gd name="connsiteY0" fmla="*/ 53912 h 47625"/>
                <a:gd name="connsiteX1" fmla="*/ 0 w 47625"/>
                <a:gd name="connsiteY1" fmla="*/ 0 h 47625"/>
                <a:gd name="connsiteX2" fmla="*/ 27908 w 47625"/>
                <a:gd name="connsiteY2" fmla="*/ 0 h 47625"/>
                <a:gd name="connsiteX3" fmla="*/ 47625 w 47625"/>
                <a:gd name="connsiteY3" fmla="*/ 14669 h 47625"/>
                <a:gd name="connsiteX4" fmla="*/ 39624 w 47625"/>
                <a:gd name="connsiteY4" fmla="*/ 25051 h 47625"/>
                <a:gd name="connsiteX5" fmla="*/ 39624 w 47625"/>
                <a:gd name="connsiteY5" fmla="*/ 25241 h 47625"/>
                <a:gd name="connsiteX6" fmla="*/ 49911 w 47625"/>
                <a:gd name="connsiteY6" fmla="*/ 38100 h 47625"/>
                <a:gd name="connsiteX7" fmla="*/ 30290 w 47625"/>
                <a:gd name="connsiteY7" fmla="*/ 54007 h 47625"/>
                <a:gd name="connsiteX8" fmla="*/ 0 w 47625"/>
                <a:gd name="connsiteY8" fmla="*/ 54007 h 47625"/>
                <a:gd name="connsiteX9" fmla="*/ 24479 w 47625"/>
                <a:gd name="connsiteY9" fmla="*/ 22289 h 47625"/>
                <a:gd name="connsiteX10" fmla="*/ 31528 w 47625"/>
                <a:gd name="connsiteY10" fmla="*/ 16669 h 47625"/>
                <a:gd name="connsiteX11" fmla="*/ 24479 w 47625"/>
                <a:gd name="connsiteY11" fmla="*/ 11335 h 47625"/>
                <a:gd name="connsiteX12" fmla="*/ 15621 w 47625"/>
                <a:gd name="connsiteY12" fmla="*/ 11335 h 47625"/>
                <a:gd name="connsiteX13" fmla="*/ 15621 w 47625"/>
                <a:gd name="connsiteY13" fmla="*/ 22384 h 47625"/>
                <a:gd name="connsiteX14" fmla="*/ 24479 w 47625"/>
                <a:gd name="connsiteY14" fmla="*/ 22384 h 47625"/>
                <a:gd name="connsiteX15" fmla="*/ 27337 w 47625"/>
                <a:gd name="connsiteY15" fmla="*/ 42577 h 47625"/>
                <a:gd name="connsiteX16" fmla="*/ 33242 w 47625"/>
                <a:gd name="connsiteY16" fmla="*/ 37909 h 47625"/>
                <a:gd name="connsiteX17" fmla="*/ 27337 w 47625"/>
                <a:gd name="connsiteY17" fmla="*/ 32766 h 47625"/>
                <a:gd name="connsiteX18" fmla="*/ 15621 w 47625"/>
                <a:gd name="connsiteY18" fmla="*/ 32766 h 47625"/>
                <a:gd name="connsiteX19" fmla="*/ 15621 w 47625"/>
                <a:gd name="connsiteY19" fmla="*/ 42577 h 47625"/>
                <a:gd name="connsiteX20" fmla="*/ 27337 w 47625"/>
                <a:gd name="connsiteY20" fmla="*/ 42577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>
                  <a:moveTo>
                    <a:pt x="0" y="53912"/>
                  </a:moveTo>
                  <a:lnTo>
                    <a:pt x="0" y="0"/>
                  </a:lnTo>
                  <a:lnTo>
                    <a:pt x="27908" y="0"/>
                  </a:lnTo>
                  <a:cubicBezTo>
                    <a:pt x="38481" y="0"/>
                    <a:pt x="47625" y="4001"/>
                    <a:pt x="47625" y="14669"/>
                  </a:cubicBezTo>
                  <a:cubicBezTo>
                    <a:pt x="47625" y="19622"/>
                    <a:pt x="43815" y="23813"/>
                    <a:pt x="39624" y="25051"/>
                  </a:cubicBezTo>
                  <a:lnTo>
                    <a:pt x="39624" y="25241"/>
                  </a:lnTo>
                  <a:cubicBezTo>
                    <a:pt x="45911" y="26956"/>
                    <a:pt x="49911" y="31433"/>
                    <a:pt x="49911" y="38100"/>
                  </a:cubicBezTo>
                  <a:cubicBezTo>
                    <a:pt x="49911" y="46006"/>
                    <a:pt x="44006" y="54007"/>
                    <a:pt x="30290" y="54007"/>
                  </a:cubicBezTo>
                  <a:lnTo>
                    <a:pt x="0" y="54007"/>
                  </a:lnTo>
                  <a:close/>
                  <a:moveTo>
                    <a:pt x="24479" y="22289"/>
                  </a:moveTo>
                  <a:cubicBezTo>
                    <a:pt x="28480" y="22289"/>
                    <a:pt x="31528" y="20669"/>
                    <a:pt x="31528" y="16669"/>
                  </a:cubicBezTo>
                  <a:cubicBezTo>
                    <a:pt x="31528" y="12573"/>
                    <a:pt x="28385" y="11335"/>
                    <a:pt x="24479" y="11335"/>
                  </a:cubicBezTo>
                  <a:lnTo>
                    <a:pt x="15621" y="11335"/>
                  </a:lnTo>
                  <a:lnTo>
                    <a:pt x="15621" y="22384"/>
                  </a:lnTo>
                  <a:lnTo>
                    <a:pt x="24479" y="22384"/>
                  </a:lnTo>
                  <a:close/>
                  <a:moveTo>
                    <a:pt x="27337" y="42577"/>
                  </a:moveTo>
                  <a:cubicBezTo>
                    <a:pt x="31718" y="42577"/>
                    <a:pt x="33242" y="40291"/>
                    <a:pt x="33242" y="37909"/>
                  </a:cubicBezTo>
                  <a:cubicBezTo>
                    <a:pt x="33242" y="35338"/>
                    <a:pt x="31718" y="32766"/>
                    <a:pt x="27337" y="32766"/>
                  </a:cubicBezTo>
                  <a:lnTo>
                    <a:pt x="15621" y="32766"/>
                  </a:lnTo>
                  <a:lnTo>
                    <a:pt x="15621" y="42577"/>
                  </a:lnTo>
                  <a:lnTo>
                    <a:pt x="27337" y="4257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Полилиния: фигура 79">
              <a:extLst>
                <a:ext uri="{FF2B5EF4-FFF2-40B4-BE49-F238E27FC236}">
                  <a16:creationId xmlns:a16="http://schemas.microsoft.com/office/drawing/2014/main" id="{1F9DA1AB-B87C-47E0-8CEE-F4C2679AF578}"/>
                </a:ext>
              </a:extLst>
            </p:cNvPr>
            <p:cNvSpPr/>
            <p:nvPr/>
          </p:nvSpPr>
          <p:spPr>
            <a:xfrm>
              <a:off x="2386575" y="1323723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6 h 47625"/>
                <a:gd name="connsiteX4" fmla="*/ 27623 w 38100"/>
                <a:gd name="connsiteY4" fmla="*/ 13811 h 47625"/>
                <a:gd name="connsiteX5" fmla="*/ 16288 w 38100"/>
                <a:gd name="connsiteY5" fmla="*/ 28099 h 47625"/>
                <a:gd name="connsiteX6" fmla="*/ 27623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6"/>
                  </a:lnTo>
                  <a:cubicBezTo>
                    <a:pt x="34766" y="14764"/>
                    <a:pt x="31337" y="13811"/>
                    <a:pt x="27623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6"/>
                    <a:pt x="20574" y="42672"/>
                    <a:pt x="27623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Полилиния: фигура 80">
              <a:extLst>
                <a:ext uri="{FF2B5EF4-FFF2-40B4-BE49-F238E27FC236}">
                  <a16:creationId xmlns:a16="http://schemas.microsoft.com/office/drawing/2014/main" id="{9CD16C22-5568-4E69-9F51-D5146673AD2A}"/>
                </a:ext>
              </a:extLst>
            </p:cNvPr>
            <p:cNvSpPr/>
            <p:nvPr/>
          </p:nvSpPr>
          <p:spPr>
            <a:xfrm>
              <a:off x="2443059" y="1325056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4 h 47625"/>
                <a:gd name="connsiteX3" fmla="*/ 18097 w 47625"/>
                <a:gd name="connsiteY3" fmla="*/ 20384 h 47625"/>
                <a:gd name="connsiteX4" fmla="*/ 30766 w 47625"/>
                <a:gd name="connsiteY4" fmla="*/ 0 h 47625"/>
                <a:gd name="connsiteX5" fmla="*/ 48577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5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3912 h 47625"/>
                <a:gd name="connsiteX12" fmla="*/ 0 w 47625"/>
                <a:gd name="connsiteY12" fmla="*/ 53912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>
                  <a:moveTo>
                    <a:pt x="95" y="0"/>
                  </a:moveTo>
                  <a:lnTo>
                    <a:pt x="15716" y="0"/>
                  </a:lnTo>
                  <a:lnTo>
                    <a:pt x="15716" y="20384"/>
                  </a:lnTo>
                  <a:lnTo>
                    <a:pt x="18097" y="20384"/>
                  </a:lnTo>
                  <a:lnTo>
                    <a:pt x="30766" y="0"/>
                  </a:lnTo>
                  <a:lnTo>
                    <a:pt x="48577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5" y="33433"/>
                  </a:lnTo>
                  <a:lnTo>
                    <a:pt x="15621" y="33433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Полилиния: фигура 81">
              <a:extLst>
                <a:ext uri="{FF2B5EF4-FFF2-40B4-BE49-F238E27FC236}">
                  <a16:creationId xmlns:a16="http://schemas.microsoft.com/office/drawing/2014/main" id="{2F428970-C24F-4B6B-9F39-4AA11C16A484}"/>
                </a:ext>
              </a:extLst>
            </p:cNvPr>
            <p:cNvSpPr/>
            <p:nvPr/>
          </p:nvSpPr>
          <p:spPr>
            <a:xfrm>
              <a:off x="2501256" y="1325056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30480 h 47625"/>
                <a:gd name="connsiteX3" fmla="*/ 15812 w 47625"/>
                <a:gd name="connsiteY3" fmla="*/ 30480 h 47625"/>
                <a:gd name="connsiteX4" fmla="*/ 36385 w 47625"/>
                <a:gd name="connsiteY4" fmla="*/ 0 h 47625"/>
                <a:gd name="connsiteX5" fmla="*/ 49816 w 47625"/>
                <a:gd name="connsiteY5" fmla="*/ 0 h 47625"/>
                <a:gd name="connsiteX6" fmla="*/ 49816 w 47625"/>
                <a:gd name="connsiteY6" fmla="*/ 53912 h 47625"/>
                <a:gd name="connsiteX7" fmla="*/ 34195 w 47625"/>
                <a:gd name="connsiteY7" fmla="*/ 53912 h 47625"/>
                <a:gd name="connsiteX8" fmla="*/ 34195 w 47625"/>
                <a:gd name="connsiteY8" fmla="*/ 23432 h 47625"/>
                <a:gd name="connsiteX9" fmla="*/ 34004 w 47625"/>
                <a:gd name="connsiteY9" fmla="*/ 23432 h 47625"/>
                <a:gd name="connsiteX10" fmla="*/ 13525 w 47625"/>
                <a:gd name="connsiteY10" fmla="*/ 53912 h 47625"/>
                <a:gd name="connsiteX11" fmla="*/ 0 w 47625"/>
                <a:gd name="connsiteY11" fmla="*/ 53912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>
                  <a:moveTo>
                    <a:pt x="0" y="0"/>
                  </a:moveTo>
                  <a:lnTo>
                    <a:pt x="15621" y="0"/>
                  </a:lnTo>
                  <a:lnTo>
                    <a:pt x="15621" y="30480"/>
                  </a:lnTo>
                  <a:lnTo>
                    <a:pt x="15812" y="30480"/>
                  </a:lnTo>
                  <a:lnTo>
                    <a:pt x="36385" y="0"/>
                  </a:lnTo>
                  <a:lnTo>
                    <a:pt x="49816" y="0"/>
                  </a:lnTo>
                  <a:lnTo>
                    <a:pt x="49816" y="53912"/>
                  </a:lnTo>
                  <a:lnTo>
                    <a:pt x="34195" y="53912"/>
                  </a:lnTo>
                  <a:lnTo>
                    <a:pt x="34195" y="23432"/>
                  </a:lnTo>
                  <a:lnTo>
                    <a:pt x="34004" y="23432"/>
                  </a:lnTo>
                  <a:lnTo>
                    <a:pt x="13525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Полилиния: фигура 82">
              <a:extLst>
                <a:ext uri="{FF2B5EF4-FFF2-40B4-BE49-F238E27FC236}">
                  <a16:creationId xmlns:a16="http://schemas.microsoft.com/office/drawing/2014/main" id="{A3999B22-FD4B-4807-A8F3-90247C48544E}"/>
                </a:ext>
              </a:extLst>
            </p:cNvPr>
            <p:cNvSpPr/>
            <p:nvPr/>
          </p:nvSpPr>
          <p:spPr>
            <a:xfrm>
              <a:off x="2566122" y="1300672"/>
              <a:ext cx="47625" cy="76200"/>
            </a:xfrm>
            <a:custGeom>
              <a:avLst/>
              <a:gdLst>
                <a:gd name="connsiteX0" fmla="*/ 0 w 47625"/>
                <a:gd name="connsiteY0" fmla="*/ 24384 h 76200"/>
                <a:gd name="connsiteX1" fmla="*/ 15621 w 47625"/>
                <a:gd name="connsiteY1" fmla="*/ 24384 h 76200"/>
                <a:gd name="connsiteX2" fmla="*/ 15621 w 47625"/>
                <a:gd name="connsiteY2" fmla="*/ 54864 h 76200"/>
                <a:gd name="connsiteX3" fmla="*/ 15812 w 47625"/>
                <a:gd name="connsiteY3" fmla="*/ 54864 h 76200"/>
                <a:gd name="connsiteX4" fmla="*/ 36386 w 47625"/>
                <a:gd name="connsiteY4" fmla="*/ 24384 h 76200"/>
                <a:gd name="connsiteX5" fmla="*/ 49816 w 47625"/>
                <a:gd name="connsiteY5" fmla="*/ 24384 h 76200"/>
                <a:gd name="connsiteX6" fmla="*/ 49816 w 47625"/>
                <a:gd name="connsiteY6" fmla="*/ 78296 h 76200"/>
                <a:gd name="connsiteX7" fmla="*/ 34195 w 47625"/>
                <a:gd name="connsiteY7" fmla="*/ 78296 h 76200"/>
                <a:gd name="connsiteX8" fmla="*/ 34195 w 47625"/>
                <a:gd name="connsiteY8" fmla="*/ 47816 h 76200"/>
                <a:gd name="connsiteX9" fmla="*/ 34004 w 47625"/>
                <a:gd name="connsiteY9" fmla="*/ 47816 h 76200"/>
                <a:gd name="connsiteX10" fmla="*/ 13525 w 47625"/>
                <a:gd name="connsiteY10" fmla="*/ 78296 h 76200"/>
                <a:gd name="connsiteX11" fmla="*/ 0 w 47625"/>
                <a:gd name="connsiteY11" fmla="*/ 78296 h 76200"/>
                <a:gd name="connsiteX12" fmla="*/ 0 w 47625"/>
                <a:gd name="connsiteY12" fmla="*/ 24384 h 76200"/>
                <a:gd name="connsiteX13" fmla="*/ 6477 w 47625"/>
                <a:gd name="connsiteY13" fmla="*/ 8001 h 76200"/>
                <a:gd name="connsiteX14" fmla="*/ 14573 w 47625"/>
                <a:gd name="connsiteY14" fmla="*/ 0 h 76200"/>
                <a:gd name="connsiteX15" fmla="*/ 24098 w 47625"/>
                <a:gd name="connsiteY15" fmla="*/ 6858 h 76200"/>
                <a:gd name="connsiteX16" fmla="*/ 34385 w 47625"/>
                <a:gd name="connsiteY16" fmla="*/ 0 h 76200"/>
                <a:gd name="connsiteX17" fmla="*/ 42100 w 47625"/>
                <a:gd name="connsiteY17" fmla="*/ 8001 h 76200"/>
                <a:gd name="connsiteX18" fmla="*/ 24479 w 47625"/>
                <a:gd name="connsiteY18" fmla="*/ 18669 h 76200"/>
                <a:gd name="connsiteX19" fmla="*/ 6477 w 47625"/>
                <a:gd name="connsiteY19" fmla="*/ 8001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7625" h="76200">
                  <a:moveTo>
                    <a:pt x="0" y="24384"/>
                  </a:moveTo>
                  <a:lnTo>
                    <a:pt x="15621" y="24384"/>
                  </a:lnTo>
                  <a:lnTo>
                    <a:pt x="15621" y="54864"/>
                  </a:lnTo>
                  <a:lnTo>
                    <a:pt x="15812" y="54864"/>
                  </a:lnTo>
                  <a:lnTo>
                    <a:pt x="36386" y="24384"/>
                  </a:lnTo>
                  <a:lnTo>
                    <a:pt x="49816" y="24384"/>
                  </a:lnTo>
                  <a:lnTo>
                    <a:pt x="49816" y="78296"/>
                  </a:lnTo>
                  <a:lnTo>
                    <a:pt x="34195" y="78296"/>
                  </a:lnTo>
                  <a:lnTo>
                    <a:pt x="34195" y="47816"/>
                  </a:lnTo>
                  <a:lnTo>
                    <a:pt x="34004" y="47816"/>
                  </a:lnTo>
                  <a:lnTo>
                    <a:pt x="13525" y="78296"/>
                  </a:lnTo>
                  <a:lnTo>
                    <a:pt x="0" y="78296"/>
                  </a:lnTo>
                  <a:lnTo>
                    <a:pt x="0" y="24384"/>
                  </a:lnTo>
                  <a:close/>
                  <a:moveTo>
                    <a:pt x="6477" y="8001"/>
                  </a:moveTo>
                  <a:lnTo>
                    <a:pt x="14573" y="0"/>
                  </a:lnTo>
                  <a:cubicBezTo>
                    <a:pt x="16097" y="2857"/>
                    <a:pt x="19050" y="6858"/>
                    <a:pt x="24098" y="6858"/>
                  </a:cubicBezTo>
                  <a:cubicBezTo>
                    <a:pt x="30480" y="6858"/>
                    <a:pt x="32766" y="2857"/>
                    <a:pt x="34385" y="0"/>
                  </a:cubicBezTo>
                  <a:lnTo>
                    <a:pt x="42100" y="8001"/>
                  </a:lnTo>
                  <a:cubicBezTo>
                    <a:pt x="40100" y="12192"/>
                    <a:pt x="34100" y="18669"/>
                    <a:pt x="24479" y="18669"/>
                  </a:cubicBezTo>
                  <a:cubicBezTo>
                    <a:pt x="14954" y="18669"/>
                    <a:pt x="8954" y="12192"/>
                    <a:pt x="6477" y="800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Полилиния: фигура 83">
              <a:extLst>
                <a:ext uri="{FF2B5EF4-FFF2-40B4-BE49-F238E27FC236}">
                  <a16:creationId xmlns:a16="http://schemas.microsoft.com/office/drawing/2014/main" id="{464AE1F4-97CF-4462-B366-D5A85748062C}"/>
                </a:ext>
              </a:extLst>
            </p:cNvPr>
            <p:cNvSpPr/>
            <p:nvPr/>
          </p:nvSpPr>
          <p:spPr>
            <a:xfrm>
              <a:off x="1974238" y="1439166"/>
              <a:ext cx="47625" cy="47625"/>
            </a:xfrm>
            <a:custGeom>
              <a:avLst/>
              <a:gdLst>
                <a:gd name="connsiteX0" fmla="*/ 15812 w 47625"/>
                <a:gd name="connsiteY0" fmla="*/ 13526 h 47625"/>
                <a:gd name="connsiteX1" fmla="*/ 0 w 47625"/>
                <a:gd name="connsiteY1" fmla="*/ 13526 h 47625"/>
                <a:gd name="connsiteX2" fmla="*/ 0 w 47625"/>
                <a:gd name="connsiteY2" fmla="*/ 0 h 47625"/>
                <a:gd name="connsiteX3" fmla="*/ 48482 w 47625"/>
                <a:gd name="connsiteY3" fmla="*/ 0 h 47625"/>
                <a:gd name="connsiteX4" fmla="*/ 43434 w 47625"/>
                <a:gd name="connsiteY4" fmla="*/ 13526 h 47625"/>
                <a:gd name="connsiteX5" fmla="*/ 31337 w 47625"/>
                <a:gd name="connsiteY5" fmla="*/ 13526 h 47625"/>
                <a:gd name="connsiteX6" fmla="*/ 31337 w 47625"/>
                <a:gd name="connsiteY6" fmla="*/ 53912 h 47625"/>
                <a:gd name="connsiteX7" fmla="*/ 15716 w 47625"/>
                <a:gd name="connsiteY7" fmla="*/ 53912 h 47625"/>
                <a:gd name="connsiteX8" fmla="*/ 15716 w 47625"/>
                <a:gd name="connsiteY8" fmla="*/ 1352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625" h="47625">
                  <a:moveTo>
                    <a:pt x="15812" y="13526"/>
                  </a:moveTo>
                  <a:lnTo>
                    <a:pt x="0" y="13526"/>
                  </a:lnTo>
                  <a:lnTo>
                    <a:pt x="0" y="0"/>
                  </a:lnTo>
                  <a:lnTo>
                    <a:pt x="48482" y="0"/>
                  </a:lnTo>
                  <a:lnTo>
                    <a:pt x="43434" y="13526"/>
                  </a:lnTo>
                  <a:lnTo>
                    <a:pt x="31337" y="13526"/>
                  </a:lnTo>
                  <a:lnTo>
                    <a:pt x="31337" y="53912"/>
                  </a:lnTo>
                  <a:lnTo>
                    <a:pt x="15716" y="53912"/>
                  </a:lnTo>
                  <a:lnTo>
                    <a:pt x="15716" y="1352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Полилиния: фигура 84">
              <a:extLst>
                <a:ext uri="{FF2B5EF4-FFF2-40B4-BE49-F238E27FC236}">
                  <a16:creationId xmlns:a16="http://schemas.microsoft.com/office/drawing/2014/main" id="{B880A2C7-66F0-46F6-831E-7D5EBFCEB1AF}"/>
                </a:ext>
              </a:extLst>
            </p:cNvPr>
            <p:cNvSpPr/>
            <p:nvPr/>
          </p:nvSpPr>
          <p:spPr>
            <a:xfrm>
              <a:off x="2030340" y="1437832"/>
              <a:ext cx="47625" cy="66675"/>
            </a:xfrm>
            <a:custGeom>
              <a:avLst/>
              <a:gdLst>
                <a:gd name="connsiteX0" fmla="*/ 15621 w 47625"/>
                <a:gd name="connsiteY0" fmla="*/ 75057 h 66675"/>
                <a:gd name="connsiteX1" fmla="*/ 0 w 47625"/>
                <a:gd name="connsiteY1" fmla="*/ 75057 h 66675"/>
                <a:gd name="connsiteX2" fmla="*/ 0 w 47625"/>
                <a:gd name="connsiteY2" fmla="*/ 1333 h 66675"/>
                <a:gd name="connsiteX3" fmla="*/ 15621 w 47625"/>
                <a:gd name="connsiteY3" fmla="*/ 1333 h 66675"/>
                <a:gd name="connsiteX4" fmla="*/ 15621 w 47625"/>
                <a:gd name="connsiteY4" fmla="*/ 6668 h 66675"/>
                <a:gd name="connsiteX5" fmla="*/ 15812 w 47625"/>
                <a:gd name="connsiteY5" fmla="*/ 6668 h 66675"/>
                <a:gd name="connsiteX6" fmla="*/ 30956 w 47625"/>
                <a:gd name="connsiteY6" fmla="*/ 0 h 66675"/>
                <a:gd name="connsiteX7" fmla="*/ 55626 w 47625"/>
                <a:gd name="connsiteY7" fmla="*/ 28099 h 66675"/>
                <a:gd name="connsiteX8" fmla="*/ 30956 w 47625"/>
                <a:gd name="connsiteY8" fmla="*/ 56483 h 66675"/>
                <a:gd name="connsiteX9" fmla="*/ 15812 w 47625"/>
                <a:gd name="connsiteY9" fmla="*/ 49816 h 66675"/>
                <a:gd name="connsiteX10" fmla="*/ 15621 w 47625"/>
                <a:gd name="connsiteY10" fmla="*/ 49816 h 66675"/>
                <a:gd name="connsiteX11" fmla="*/ 15621 w 47625"/>
                <a:gd name="connsiteY11" fmla="*/ 75057 h 66675"/>
                <a:gd name="connsiteX12" fmla="*/ 27242 w 47625"/>
                <a:gd name="connsiteY12" fmla="*/ 42481 h 66675"/>
                <a:gd name="connsiteX13" fmla="*/ 39433 w 47625"/>
                <a:gd name="connsiteY13" fmla="*/ 28099 h 66675"/>
                <a:gd name="connsiteX14" fmla="*/ 27242 w 47625"/>
                <a:gd name="connsiteY14" fmla="*/ 14002 h 66675"/>
                <a:gd name="connsiteX15" fmla="*/ 14954 w 47625"/>
                <a:gd name="connsiteY15" fmla="*/ 28099 h 66675"/>
                <a:gd name="connsiteX16" fmla="*/ 27242 w 47625"/>
                <a:gd name="connsiteY16" fmla="*/ 4248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66675">
                  <a:moveTo>
                    <a:pt x="15621" y="75057"/>
                  </a:moveTo>
                  <a:lnTo>
                    <a:pt x="0" y="75057"/>
                  </a:lnTo>
                  <a:lnTo>
                    <a:pt x="0" y="1333"/>
                  </a:lnTo>
                  <a:lnTo>
                    <a:pt x="15621" y="1333"/>
                  </a:lnTo>
                  <a:lnTo>
                    <a:pt x="15621" y="6668"/>
                  </a:lnTo>
                  <a:lnTo>
                    <a:pt x="15812" y="6668"/>
                  </a:lnTo>
                  <a:cubicBezTo>
                    <a:pt x="18193" y="3810"/>
                    <a:pt x="22765" y="0"/>
                    <a:pt x="30956" y="0"/>
                  </a:cubicBezTo>
                  <a:cubicBezTo>
                    <a:pt x="45053" y="0"/>
                    <a:pt x="55626" y="11620"/>
                    <a:pt x="55626" y="28099"/>
                  </a:cubicBezTo>
                  <a:cubicBezTo>
                    <a:pt x="55626" y="44672"/>
                    <a:pt x="45053" y="56483"/>
                    <a:pt x="30956" y="56483"/>
                  </a:cubicBezTo>
                  <a:cubicBezTo>
                    <a:pt x="22765" y="56483"/>
                    <a:pt x="18097" y="52768"/>
                    <a:pt x="15812" y="49816"/>
                  </a:cubicBezTo>
                  <a:lnTo>
                    <a:pt x="15621" y="49816"/>
                  </a:lnTo>
                  <a:lnTo>
                    <a:pt x="15621" y="75057"/>
                  </a:lnTo>
                  <a:close/>
                  <a:moveTo>
                    <a:pt x="27242" y="42481"/>
                  </a:moveTo>
                  <a:cubicBezTo>
                    <a:pt x="34385" y="42481"/>
                    <a:pt x="39433" y="36385"/>
                    <a:pt x="39433" y="28099"/>
                  </a:cubicBezTo>
                  <a:cubicBezTo>
                    <a:pt x="39433" y="20193"/>
                    <a:pt x="34385" y="14002"/>
                    <a:pt x="27242" y="14002"/>
                  </a:cubicBezTo>
                  <a:cubicBezTo>
                    <a:pt x="20098" y="14002"/>
                    <a:pt x="14954" y="20193"/>
                    <a:pt x="14954" y="28099"/>
                  </a:cubicBezTo>
                  <a:cubicBezTo>
                    <a:pt x="14954" y="36385"/>
                    <a:pt x="20098" y="42481"/>
                    <a:pt x="27242" y="4248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Полилиния: фигура 85">
              <a:extLst>
                <a:ext uri="{FF2B5EF4-FFF2-40B4-BE49-F238E27FC236}">
                  <a16:creationId xmlns:a16="http://schemas.microsoft.com/office/drawing/2014/main" id="{F3D63433-F99D-4E9F-AE80-307C4812067F}"/>
                </a:ext>
              </a:extLst>
            </p:cNvPr>
            <p:cNvSpPr/>
            <p:nvPr/>
          </p:nvSpPr>
          <p:spPr>
            <a:xfrm>
              <a:off x="2093491" y="1437737"/>
              <a:ext cx="47625" cy="47625"/>
            </a:xfrm>
            <a:custGeom>
              <a:avLst/>
              <a:gdLst>
                <a:gd name="connsiteX0" fmla="*/ 0 w 47625"/>
                <a:gd name="connsiteY0" fmla="*/ 38481 h 47625"/>
                <a:gd name="connsiteX1" fmla="*/ 23813 w 47625"/>
                <a:gd name="connsiteY1" fmla="*/ 20860 h 47625"/>
                <a:gd name="connsiteX2" fmla="*/ 32861 w 47625"/>
                <a:gd name="connsiteY2" fmla="*/ 21431 h 47625"/>
                <a:gd name="connsiteX3" fmla="*/ 32861 w 47625"/>
                <a:gd name="connsiteY3" fmla="*/ 20669 h 47625"/>
                <a:gd name="connsiteX4" fmla="*/ 24193 w 47625"/>
                <a:gd name="connsiteY4" fmla="*/ 13811 h 47625"/>
                <a:gd name="connsiteX5" fmla="*/ 11621 w 47625"/>
                <a:gd name="connsiteY5" fmla="*/ 17717 h 47625"/>
                <a:gd name="connsiteX6" fmla="*/ 2476 w 47625"/>
                <a:gd name="connsiteY6" fmla="*/ 8382 h 47625"/>
                <a:gd name="connsiteX7" fmla="*/ 24955 w 47625"/>
                <a:gd name="connsiteY7" fmla="*/ 0 h 47625"/>
                <a:gd name="connsiteX8" fmla="*/ 48577 w 47625"/>
                <a:gd name="connsiteY8" fmla="*/ 20955 h 47625"/>
                <a:gd name="connsiteX9" fmla="*/ 48577 w 47625"/>
                <a:gd name="connsiteY9" fmla="*/ 55245 h 47625"/>
                <a:gd name="connsiteX10" fmla="*/ 33147 w 47625"/>
                <a:gd name="connsiteY10" fmla="*/ 55245 h 47625"/>
                <a:gd name="connsiteX11" fmla="*/ 33147 w 47625"/>
                <a:gd name="connsiteY11" fmla="*/ 49816 h 47625"/>
                <a:gd name="connsiteX12" fmla="*/ 32956 w 47625"/>
                <a:gd name="connsiteY12" fmla="*/ 49816 h 47625"/>
                <a:gd name="connsiteX13" fmla="*/ 18383 w 47625"/>
                <a:gd name="connsiteY13" fmla="*/ 56579 h 47625"/>
                <a:gd name="connsiteX14" fmla="*/ 0 w 47625"/>
                <a:gd name="connsiteY14" fmla="*/ 38481 h 47625"/>
                <a:gd name="connsiteX15" fmla="*/ 32956 w 47625"/>
                <a:gd name="connsiteY15" fmla="*/ 34766 h 47625"/>
                <a:gd name="connsiteX16" fmla="*/ 32956 w 47625"/>
                <a:gd name="connsiteY16" fmla="*/ 32957 h 47625"/>
                <a:gd name="connsiteX17" fmla="*/ 26098 w 47625"/>
                <a:gd name="connsiteY17" fmla="*/ 32194 h 47625"/>
                <a:gd name="connsiteX18" fmla="*/ 15811 w 47625"/>
                <a:gd name="connsiteY18" fmla="*/ 38386 h 47625"/>
                <a:gd name="connsiteX19" fmla="*/ 23336 w 47625"/>
                <a:gd name="connsiteY19" fmla="*/ 44482 h 47625"/>
                <a:gd name="connsiteX20" fmla="*/ 32956 w 47625"/>
                <a:gd name="connsiteY20" fmla="*/ 3476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>
                  <a:moveTo>
                    <a:pt x="0" y="38481"/>
                  </a:moveTo>
                  <a:cubicBezTo>
                    <a:pt x="0" y="29908"/>
                    <a:pt x="7144" y="20860"/>
                    <a:pt x="23813" y="20860"/>
                  </a:cubicBezTo>
                  <a:cubicBezTo>
                    <a:pt x="26194" y="20860"/>
                    <a:pt x="30004" y="20955"/>
                    <a:pt x="32861" y="21431"/>
                  </a:cubicBezTo>
                  <a:lnTo>
                    <a:pt x="32861" y="20669"/>
                  </a:lnTo>
                  <a:cubicBezTo>
                    <a:pt x="32861" y="15621"/>
                    <a:pt x="28765" y="13811"/>
                    <a:pt x="24193" y="13811"/>
                  </a:cubicBezTo>
                  <a:cubicBezTo>
                    <a:pt x="20098" y="13811"/>
                    <a:pt x="15621" y="15049"/>
                    <a:pt x="11621" y="17717"/>
                  </a:cubicBezTo>
                  <a:lnTo>
                    <a:pt x="2476" y="8382"/>
                  </a:lnTo>
                  <a:cubicBezTo>
                    <a:pt x="8668" y="2572"/>
                    <a:pt x="17621" y="0"/>
                    <a:pt x="24955" y="0"/>
                  </a:cubicBezTo>
                  <a:cubicBezTo>
                    <a:pt x="39052" y="0"/>
                    <a:pt x="48577" y="8001"/>
                    <a:pt x="48577" y="20955"/>
                  </a:cubicBezTo>
                  <a:lnTo>
                    <a:pt x="48577" y="55245"/>
                  </a:lnTo>
                  <a:lnTo>
                    <a:pt x="33147" y="55245"/>
                  </a:lnTo>
                  <a:lnTo>
                    <a:pt x="33147" y="49816"/>
                  </a:lnTo>
                  <a:lnTo>
                    <a:pt x="32956" y="49816"/>
                  </a:lnTo>
                  <a:cubicBezTo>
                    <a:pt x="30194" y="54483"/>
                    <a:pt x="25146" y="56579"/>
                    <a:pt x="18383" y="56579"/>
                  </a:cubicBezTo>
                  <a:cubicBezTo>
                    <a:pt x="7810" y="56674"/>
                    <a:pt x="0" y="48863"/>
                    <a:pt x="0" y="38481"/>
                  </a:cubicBezTo>
                  <a:close/>
                  <a:moveTo>
                    <a:pt x="32956" y="34766"/>
                  </a:moveTo>
                  <a:lnTo>
                    <a:pt x="32956" y="32957"/>
                  </a:lnTo>
                  <a:cubicBezTo>
                    <a:pt x="30861" y="32576"/>
                    <a:pt x="28289" y="32194"/>
                    <a:pt x="26098" y="32194"/>
                  </a:cubicBezTo>
                  <a:cubicBezTo>
                    <a:pt x="18955" y="32194"/>
                    <a:pt x="15907" y="34766"/>
                    <a:pt x="15811" y="38386"/>
                  </a:cubicBezTo>
                  <a:cubicBezTo>
                    <a:pt x="15716" y="42005"/>
                    <a:pt x="18479" y="44577"/>
                    <a:pt x="23336" y="44482"/>
                  </a:cubicBezTo>
                  <a:cubicBezTo>
                    <a:pt x="27813" y="44387"/>
                    <a:pt x="32956" y="41529"/>
                    <a:pt x="32956" y="3476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Полилиния: фигура 86">
              <a:extLst>
                <a:ext uri="{FF2B5EF4-FFF2-40B4-BE49-F238E27FC236}">
                  <a16:creationId xmlns:a16="http://schemas.microsoft.com/office/drawing/2014/main" id="{D76F6072-AA56-4B06-86D0-23C74FE0FB5A}"/>
                </a:ext>
              </a:extLst>
            </p:cNvPr>
            <p:cNvSpPr/>
            <p:nvPr/>
          </p:nvSpPr>
          <p:spPr>
            <a:xfrm>
              <a:off x="2156261" y="1439166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19907 h 47625"/>
                <a:gd name="connsiteX3" fmla="*/ 33242 w 47625"/>
                <a:gd name="connsiteY3" fmla="*/ 19907 h 47625"/>
                <a:gd name="connsiteX4" fmla="*/ 33242 w 47625"/>
                <a:gd name="connsiteY4" fmla="*/ 0 h 47625"/>
                <a:gd name="connsiteX5" fmla="*/ 48863 w 47625"/>
                <a:gd name="connsiteY5" fmla="*/ 0 h 47625"/>
                <a:gd name="connsiteX6" fmla="*/ 48863 w 47625"/>
                <a:gd name="connsiteY6" fmla="*/ 53912 h 47625"/>
                <a:gd name="connsiteX7" fmla="*/ 33242 w 47625"/>
                <a:gd name="connsiteY7" fmla="*/ 53912 h 47625"/>
                <a:gd name="connsiteX8" fmla="*/ 33242 w 47625"/>
                <a:gd name="connsiteY8" fmla="*/ 33528 h 47625"/>
                <a:gd name="connsiteX9" fmla="*/ 15621 w 47625"/>
                <a:gd name="connsiteY9" fmla="*/ 33528 h 47625"/>
                <a:gd name="connsiteX10" fmla="*/ 15621 w 47625"/>
                <a:gd name="connsiteY10" fmla="*/ 53912 h 47625"/>
                <a:gd name="connsiteX11" fmla="*/ 0 w 47625"/>
                <a:gd name="connsiteY11" fmla="*/ 53912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>
                  <a:moveTo>
                    <a:pt x="0" y="0"/>
                  </a:moveTo>
                  <a:lnTo>
                    <a:pt x="15621" y="0"/>
                  </a:lnTo>
                  <a:lnTo>
                    <a:pt x="15621" y="19907"/>
                  </a:lnTo>
                  <a:lnTo>
                    <a:pt x="33242" y="19907"/>
                  </a:lnTo>
                  <a:lnTo>
                    <a:pt x="33242" y="0"/>
                  </a:lnTo>
                  <a:lnTo>
                    <a:pt x="48863" y="0"/>
                  </a:lnTo>
                  <a:lnTo>
                    <a:pt x="48863" y="53912"/>
                  </a:lnTo>
                  <a:lnTo>
                    <a:pt x="33242" y="53912"/>
                  </a:lnTo>
                  <a:lnTo>
                    <a:pt x="33242" y="33528"/>
                  </a:lnTo>
                  <a:lnTo>
                    <a:pt x="15621" y="33528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Полилиния: фигура 87">
              <a:extLst>
                <a:ext uri="{FF2B5EF4-FFF2-40B4-BE49-F238E27FC236}">
                  <a16:creationId xmlns:a16="http://schemas.microsoft.com/office/drawing/2014/main" id="{8B69B88F-9E88-4400-AC2D-5B397ED2EFDA}"/>
                </a:ext>
              </a:extLst>
            </p:cNvPr>
            <p:cNvSpPr/>
            <p:nvPr/>
          </p:nvSpPr>
          <p:spPr>
            <a:xfrm>
              <a:off x="2216554" y="1437832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5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>
                  <a:moveTo>
                    <a:pt x="0" y="28099"/>
                  </a:moveTo>
                  <a:cubicBezTo>
                    <a:pt x="0" y="11620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5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5"/>
                    <a:pt x="20574" y="42672"/>
                    <a:pt x="27622" y="42672"/>
                  </a:cubicBezTo>
                  <a:cubicBezTo>
                    <a:pt x="31337" y="42672"/>
                    <a:pt x="34766" y="41719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579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Полилиния: фигура 88">
              <a:extLst>
                <a:ext uri="{FF2B5EF4-FFF2-40B4-BE49-F238E27FC236}">
                  <a16:creationId xmlns:a16="http://schemas.microsoft.com/office/drawing/2014/main" id="{636BD7BD-BFD3-4622-B362-6ACB38304B12}"/>
                </a:ext>
              </a:extLst>
            </p:cNvPr>
            <p:cNvSpPr/>
            <p:nvPr/>
          </p:nvSpPr>
          <p:spPr>
            <a:xfrm>
              <a:off x="2273037" y="1439166"/>
              <a:ext cx="38100" cy="47625"/>
            </a:xfrm>
            <a:custGeom>
              <a:avLst/>
              <a:gdLst>
                <a:gd name="connsiteX0" fmla="*/ 95 w 38100"/>
                <a:gd name="connsiteY0" fmla="*/ 0 h 47625"/>
                <a:gd name="connsiteX1" fmla="*/ 47054 w 38100"/>
                <a:gd name="connsiteY1" fmla="*/ 0 h 47625"/>
                <a:gd name="connsiteX2" fmla="*/ 47054 w 38100"/>
                <a:gd name="connsiteY2" fmla="*/ 53912 h 47625"/>
                <a:gd name="connsiteX3" fmla="*/ 31433 w 38100"/>
                <a:gd name="connsiteY3" fmla="*/ 53912 h 47625"/>
                <a:gd name="connsiteX4" fmla="*/ 31433 w 38100"/>
                <a:gd name="connsiteY4" fmla="*/ 13526 h 47625"/>
                <a:gd name="connsiteX5" fmla="*/ 15621 w 38100"/>
                <a:gd name="connsiteY5" fmla="*/ 13526 h 47625"/>
                <a:gd name="connsiteX6" fmla="*/ 15621 w 38100"/>
                <a:gd name="connsiteY6" fmla="*/ 53912 h 47625"/>
                <a:gd name="connsiteX7" fmla="*/ 0 w 38100"/>
                <a:gd name="connsiteY7" fmla="*/ 53912 h 47625"/>
                <a:gd name="connsiteX8" fmla="*/ 0 w 38100"/>
                <a:gd name="connsiteY8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100" h="47625">
                  <a:moveTo>
                    <a:pt x="95" y="0"/>
                  </a:moveTo>
                  <a:lnTo>
                    <a:pt x="47054" y="0"/>
                  </a:lnTo>
                  <a:lnTo>
                    <a:pt x="47054" y="53912"/>
                  </a:lnTo>
                  <a:lnTo>
                    <a:pt x="31433" y="53912"/>
                  </a:lnTo>
                  <a:lnTo>
                    <a:pt x="31433" y="13526"/>
                  </a:lnTo>
                  <a:lnTo>
                    <a:pt x="15621" y="13526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Полилиния: фигура 89">
              <a:extLst>
                <a:ext uri="{FF2B5EF4-FFF2-40B4-BE49-F238E27FC236}">
                  <a16:creationId xmlns:a16="http://schemas.microsoft.com/office/drawing/2014/main" id="{70B10E8A-F2DF-4D39-B380-053EFF68CBA7}"/>
                </a:ext>
              </a:extLst>
            </p:cNvPr>
            <p:cNvSpPr/>
            <p:nvPr/>
          </p:nvSpPr>
          <p:spPr>
            <a:xfrm>
              <a:off x="2331426" y="1437832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2 w 47625"/>
                <a:gd name="connsiteY1" fmla="*/ 0 h 47625"/>
                <a:gd name="connsiteX2" fmla="*/ 55150 w 47625"/>
                <a:gd name="connsiteY2" fmla="*/ 28099 h 47625"/>
                <a:gd name="connsiteX3" fmla="*/ 27622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2 w 47625"/>
                <a:gd name="connsiteY6" fmla="*/ 13906 h 47625"/>
                <a:gd name="connsiteX7" fmla="*/ 16192 w 47625"/>
                <a:gd name="connsiteY7" fmla="*/ 28099 h 47625"/>
                <a:gd name="connsiteX8" fmla="*/ 27622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>
                  <a:moveTo>
                    <a:pt x="0" y="28099"/>
                  </a:moveTo>
                  <a:cubicBezTo>
                    <a:pt x="0" y="11620"/>
                    <a:pt x="11335" y="0"/>
                    <a:pt x="27622" y="0"/>
                  </a:cubicBezTo>
                  <a:cubicBezTo>
                    <a:pt x="43720" y="0"/>
                    <a:pt x="55150" y="11620"/>
                    <a:pt x="55150" y="28099"/>
                  </a:cubicBezTo>
                  <a:cubicBezTo>
                    <a:pt x="55150" y="44863"/>
                    <a:pt x="43720" y="56483"/>
                    <a:pt x="27622" y="56483"/>
                  </a:cubicBezTo>
                  <a:cubicBezTo>
                    <a:pt x="11335" y="56579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6"/>
                    <a:pt x="27622" y="13906"/>
                  </a:cubicBezTo>
                  <a:cubicBezTo>
                    <a:pt x="20574" y="13906"/>
                    <a:pt x="16192" y="19812"/>
                    <a:pt x="16192" y="28099"/>
                  </a:cubicBezTo>
                  <a:cubicBezTo>
                    <a:pt x="16192" y="36195"/>
                    <a:pt x="20574" y="42672"/>
                    <a:pt x="27622" y="42672"/>
                  </a:cubicBezTo>
                  <a:cubicBezTo>
                    <a:pt x="34671" y="42672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Полилиния: фигура 90">
              <a:extLst>
                <a:ext uri="{FF2B5EF4-FFF2-40B4-BE49-F238E27FC236}">
                  <a16:creationId xmlns:a16="http://schemas.microsoft.com/office/drawing/2014/main" id="{0EB62C10-0592-4F41-B6C1-CF39546E6694}"/>
                </a:ext>
              </a:extLst>
            </p:cNvPr>
            <p:cNvSpPr/>
            <p:nvPr/>
          </p:nvSpPr>
          <p:spPr>
            <a:xfrm>
              <a:off x="2398101" y="1437832"/>
              <a:ext cx="47625" cy="66675"/>
            </a:xfrm>
            <a:custGeom>
              <a:avLst/>
              <a:gdLst>
                <a:gd name="connsiteX0" fmla="*/ 15621 w 47625"/>
                <a:gd name="connsiteY0" fmla="*/ 75057 h 66675"/>
                <a:gd name="connsiteX1" fmla="*/ 0 w 47625"/>
                <a:gd name="connsiteY1" fmla="*/ 75057 h 66675"/>
                <a:gd name="connsiteX2" fmla="*/ 0 w 47625"/>
                <a:gd name="connsiteY2" fmla="*/ 1333 h 66675"/>
                <a:gd name="connsiteX3" fmla="*/ 15621 w 47625"/>
                <a:gd name="connsiteY3" fmla="*/ 1333 h 66675"/>
                <a:gd name="connsiteX4" fmla="*/ 15621 w 47625"/>
                <a:gd name="connsiteY4" fmla="*/ 6668 h 66675"/>
                <a:gd name="connsiteX5" fmla="*/ 15812 w 47625"/>
                <a:gd name="connsiteY5" fmla="*/ 6668 h 66675"/>
                <a:gd name="connsiteX6" fmla="*/ 30956 w 47625"/>
                <a:gd name="connsiteY6" fmla="*/ 0 h 66675"/>
                <a:gd name="connsiteX7" fmla="*/ 55626 w 47625"/>
                <a:gd name="connsiteY7" fmla="*/ 28099 h 66675"/>
                <a:gd name="connsiteX8" fmla="*/ 30956 w 47625"/>
                <a:gd name="connsiteY8" fmla="*/ 56483 h 66675"/>
                <a:gd name="connsiteX9" fmla="*/ 15812 w 47625"/>
                <a:gd name="connsiteY9" fmla="*/ 49816 h 66675"/>
                <a:gd name="connsiteX10" fmla="*/ 15621 w 47625"/>
                <a:gd name="connsiteY10" fmla="*/ 49816 h 66675"/>
                <a:gd name="connsiteX11" fmla="*/ 15621 w 47625"/>
                <a:gd name="connsiteY11" fmla="*/ 75057 h 66675"/>
                <a:gd name="connsiteX12" fmla="*/ 27242 w 47625"/>
                <a:gd name="connsiteY12" fmla="*/ 42481 h 66675"/>
                <a:gd name="connsiteX13" fmla="*/ 39433 w 47625"/>
                <a:gd name="connsiteY13" fmla="*/ 28099 h 66675"/>
                <a:gd name="connsiteX14" fmla="*/ 27242 w 47625"/>
                <a:gd name="connsiteY14" fmla="*/ 14002 h 66675"/>
                <a:gd name="connsiteX15" fmla="*/ 14954 w 47625"/>
                <a:gd name="connsiteY15" fmla="*/ 28099 h 66675"/>
                <a:gd name="connsiteX16" fmla="*/ 27242 w 47625"/>
                <a:gd name="connsiteY16" fmla="*/ 4248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66675">
                  <a:moveTo>
                    <a:pt x="15621" y="75057"/>
                  </a:moveTo>
                  <a:lnTo>
                    <a:pt x="0" y="75057"/>
                  </a:lnTo>
                  <a:lnTo>
                    <a:pt x="0" y="1333"/>
                  </a:lnTo>
                  <a:lnTo>
                    <a:pt x="15621" y="1333"/>
                  </a:lnTo>
                  <a:lnTo>
                    <a:pt x="15621" y="6668"/>
                  </a:lnTo>
                  <a:lnTo>
                    <a:pt x="15812" y="6668"/>
                  </a:lnTo>
                  <a:cubicBezTo>
                    <a:pt x="18193" y="3810"/>
                    <a:pt x="22765" y="0"/>
                    <a:pt x="30956" y="0"/>
                  </a:cubicBezTo>
                  <a:cubicBezTo>
                    <a:pt x="45053" y="0"/>
                    <a:pt x="55626" y="11620"/>
                    <a:pt x="55626" y="28099"/>
                  </a:cubicBezTo>
                  <a:cubicBezTo>
                    <a:pt x="55626" y="44672"/>
                    <a:pt x="45053" y="56483"/>
                    <a:pt x="30956" y="56483"/>
                  </a:cubicBezTo>
                  <a:cubicBezTo>
                    <a:pt x="22765" y="56483"/>
                    <a:pt x="18097" y="52768"/>
                    <a:pt x="15812" y="49816"/>
                  </a:cubicBezTo>
                  <a:lnTo>
                    <a:pt x="15621" y="49816"/>
                  </a:lnTo>
                  <a:lnTo>
                    <a:pt x="15621" y="75057"/>
                  </a:lnTo>
                  <a:close/>
                  <a:moveTo>
                    <a:pt x="27242" y="42481"/>
                  </a:moveTo>
                  <a:cubicBezTo>
                    <a:pt x="34385" y="42481"/>
                    <a:pt x="39433" y="36385"/>
                    <a:pt x="39433" y="28099"/>
                  </a:cubicBezTo>
                  <a:cubicBezTo>
                    <a:pt x="39433" y="20193"/>
                    <a:pt x="34385" y="14002"/>
                    <a:pt x="27242" y="14002"/>
                  </a:cubicBezTo>
                  <a:cubicBezTo>
                    <a:pt x="20098" y="14002"/>
                    <a:pt x="14954" y="20193"/>
                    <a:pt x="14954" y="28099"/>
                  </a:cubicBezTo>
                  <a:cubicBezTo>
                    <a:pt x="14954" y="36385"/>
                    <a:pt x="20098" y="42481"/>
                    <a:pt x="27242" y="4248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Полилиния: фигура 91">
              <a:extLst>
                <a:ext uri="{FF2B5EF4-FFF2-40B4-BE49-F238E27FC236}">
                  <a16:creationId xmlns:a16="http://schemas.microsoft.com/office/drawing/2014/main" id="{F85CB06B-47ED-4FB3-AC8B-BBED77811E9F}"/>
                </a:ext>
              </a:extLst>
            </p:cNvPr>
            <p:cNvSpPr/>
            <p:nvPr/>
          </p:nvSpPr>
          <p:spPr>
            <a:xfrm>
              <a:off x="2459822" y="1439166"/>
              <a:ext cx="47625" cy="47625"/>
            </a:xfrm>
            <a:custGeom>
              <a:avLst/>
              <a:gdLst>
                <a:gd name="connsiteX0" fmla="*/ 15812 w 47625"/>
                <a:gd name="connsiteY0" fmla="*/ 13526 h 47625"/>
                <a:gd name="connsiteX1" fmla="*/ 0 w 47625"/>
                <a:gd name="connsiteY1" fmla="*/ 13526 h 47625"/>
                <a:gd name="connsiteX2" fmla="*/ 0 w 47625"/>
                <a:gd name="connsiteY2" fmla="*/ 0 h 47625"/>
                <a:gd name="connsiteX3" fmla="*/ 48482 w 47625"/>
                <a:gd name="connsiteY3" fmla="*/ 0 h 47625"/>
                <a:gd name="connsiteX4" fmla="*/ 43434 w 47625"/>
                <a:gd name="connsiteY4" fmla="*/ 13526 h 47625"/>
                <a:gd name="connsiteX5" fmla="*/ 31337 w 47625"/>
                <a:gd name="connsiteY5" fmla="*/ 13526 h 47625"/>
                <a:gd name="connsiteX6" fmla="*/ 31337 w 47625"/>
                <a:gd name="connsiteY6" fmla="*/ 53912 h 47625"/>
                <a:gd name="connsiteX7" fmla="*/ 15812 w 47625"/>
                <a:gd name="connsiteY7" fmla="*/ 53912 h 47625"/>
                <a:gd name="connsiteX8" fmla="*/ 15812 w 47625"/>
                <a:gd name="connsiteY8" fmla="*/ 1352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625" h="47625">
                  <a:moveTo>
                    <a:pt x="15812" y="13526"/>
                  </a:moveTo>
                  <a:lnTo>
                    <a:pt x="0" y="13526"/>
                  </a:lnTo>
                  <a:lnTo>
                    <a:pt x="0" y="0"/>
                  </a:lnTo>
                  <a:lnTo>
                    <a:pt x="48482" y="0"/>
                  </a:lnTo>
                  <a:lnTo>
                    <a:pt x="43434" y="13526"/>
                  </a:lnTo>
                  <a:lnTo>
                    <a:pt x="31337" y="13526"/>
                  </a:lnTo>
                  <a:lnTo>
                    <a:pt x="31337" y="53912"/>
                  </a:lnTo>
                  <a:lnTo>
                    <a:pt x="15812" y="53912"/>
                  </a:lnTo>
                  <a:lnTo>
                    <a:pt x="15812" y="1352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93" name="Московский метрополитен" hidden="1">
            <a:extLst>
              <a:ext uri="{FF2B5EF4-FFF2-40B4-BE49-F238E27FC236}">
                <a16:creationId xmlns:a16="http://schemas.microsoft.com/office/drawing/2014/main" id="{A017557A-16B4-48D7-AB1B-D86E90C6C2B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54294" y="6389960"/>
            <a:ext cx="920178" cy="319479"/>
            <a:chOff x="4475539" y="1199387"/>
            <a:chExt cx="1152240" cy="400050"/>
          </a:xfrm>
          <a:solidFill>
            <a:srgbClr val="E4000D"/>
          </a:solidFill>
        </p:grpSpPr>
        <p:sp>
          <p:nvSpPr>
            <p:cNvPr id="94" name="Полилиния: фигура 93">
              <a:extLst>
                <a:ext uri="{FF2B5EF4-FFF2-40B4-BE49-F238E27FC236}">
                  <a16:creationId xmlns:a16="http://schemas.microsoft.com/office/drawing/2014/main" id="{9062FF1C-1883-4412-88DD-B0FAADD287A3}"/>
                </a:ext>
              </a:extLst>
            </p:cNvPr>
            <p:cNvSpPr/>
            <p:nvPr/>
          </p:nvSpPr>
          <p:spPr>
            <a:xfrm>
              <a:off x="4892068" y="1267110"/>
              <a:ext cx="104775" cy="66675"/>
            </a:xfrm>
            <a:custGeom>
              <a:avLst/>
              <a:gdLst>
                <a:gd name="connsiteX0" fmla="*/ 0 w 104775"/>
                <a:gd name="connsiteY0" fmla="*/ 74771 h 66675"/>
                <a:gd name="connsiteX1" fmla="*/ 24574 w 104775"/>
                <a:gd name="connsiteY1" fmla="*/ 0 h 66675"/>
                <a:gd name="connsiteX2" fmla="*/ 37243 w 104775"/>
                <a:gd name="connsiteY2" fmla="*/ 0 h 66675"/>
                <a:gd name="connsiteX3" fmla="*/ 54578 w 104775"/>
                <a:gd name="connsiteY3" fmla="*/ 50673 h 66675"/>
                <a:gd name="connsiteX4" fmla="*/ 54769 w 104775"/>
                <a:gd name="connsiteY4" fmla="*/ 50673 h 66675"/>
                <a:gd name="connsiteX5" fmla="*/ 71818 w 104775"/>
                <a:gd name="connsiteY5" fmla="*/ 0 h 66675"/>
                <a:gd name="connsiteX6" fmla="*/ 84487 w 104775"/>
                <a:gd name="connsiteY6" fmla="*/ 0 h 66675"/>
                <a:gd name="connsiteX7" fmla="*/ 108966 w 104775"/>
                <a:gd name="connsiteY7" fmla="*/ 74771 h 66675"/>
                <a:gd name="connsiteX8" fmla="*/ 90868 w 104775"/>
                <a:gd name="connsiteY8" fmla="*/ 74771 h 66675"/>
                <a:gd name="connsiteX9" fmla="*/ 77724 w 104775"/>
                <a:gd name="connsiteY9" fmla="*/ 31147 h 66675"/>
                <a:gd name="connsiteX10" fmla="*/ 77533 w 104775"/>
                <a:gd name="connsiteY10" fmla="*/ 31147 h 66675"/>
                <a:gd name="connsiteX11" fmla="*/ 61913 w 104775"/>
                <a:gd name="connsiteY11" fmla="*/ 74771 h 66675"/>
                <a:gd name="connsiteX12" fmla="*/ 46863 w 104775"/>
                <a:gd name="connsiteY12" fmla="*/ 74771 h 66675"/>
                <a:gd name="connsiteX13" fmla="*/ 31242 w 104775"/>
                <a:gd name="connsiteY13" fmla="*/ 31147 h 66675"/>
                <a:gd name="connsiteX14" fmla="*/ 31051 w 104775"/>
                <a:gd name="connsiteY14" fmla="*/ 31147 h 66675"/>
                <a:gd name="connsiteX15" fmla="*/ 17907 w 104775"/>
                <a:gd name="connsiteY15" fmla="*/ 74771 h 66675"/>
                <a:gd name="connsiteX16" fmla="*/ 0 w 104775"/>
                <a:gd name="connsiteY16" fmla="*/ 7477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4775" h="66675">
                  <a:moveTo>
                    <a:pt x="0" y="74771"/>
                  </a:moveTo>
                  <a:lnTo>
                    <a:pt x="24574" y="0"/>
                  </a:lnTo>
                  <a:lnTo>
                    <a:pt x="37243" y="0"/>
                  </a:lnTo>
                  <a:lnTo>
                    <a:pt x="54578" y="50673"/>
                  </a:lnTo>
                  <a:lnTo>
                    <a:pt x="54769" y="50673"/>
                  </a:lnTo>
                  <a:lnTo>
                    <a:pt x="71818" y="0"/>
                  </a:lnTo>
                  <a:lnTo>
                    <a:pt x="84487" y="0"/>
                  </a:lnTo>
                  <a:lnTo>
                    <a:pt x="108966" y="74771"/>
                  </a:lnTo>
                  <a:lnTo>
                    <a:pt x="90868" y="74771"/>
                  </a:lnTo>
                  <a:lnTo>
                    <a:pt x="77724" y="31147"/>
                  </a:lnTo>
                  <a:lnTo>
                    <a:pt x="77533" y="31147"/>
                  </a:lnTo>
                  <a:lnTo>
                    <a:pt x="61913" y="74771"/>
                  </a:lnTo>
                  <a:lnTo>
                    <a:pt x="46863" y="74771"/>
                  </a:lnTo>
                  <a:lnTo>
                    <a:pt x="31242" y="31147"/>
                  </a:lnTo>
                  <a:lnTo>
                    <a:pt x="31051" y="31147"/>
                  </a:lnTo>
                  <a:lnTo>
                    <a:pt x="17907" y="74771"/>
                  </a:lnTo>
                  <a:lnTo>
                    <a:pt x="0" y="7477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Полилиния: фигура 94">
              <a:extLst>
                <a:ext uri="{FF2B5EF4-FFF2-40B4-BE49-F238E27FC236}">
                  <a16:creationId xmlns:a16="http://schemas.microsoft.com/office/drawing/2014/main" id="{09764DE6-FE59-4FAA-95D5-C8ED2940A414}"/>
                </a:ext>
              </a:extLst>
            </p:cNvPr>
            <p:cNvSpPr/>
            <p:nvPr/>
          </p:nvSpPr>
          <p:spPr>
            <a:xfrm>
              <a:off x="5005796" y="1286636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3 w 47625"/>
                <a:gd name="connsiteY1" fmla="*/ 0 h 47625"/>
                <a:gd name="connsiteX2" fmla="*/ 55150 w 47625"/>
                <a:gd name="connsiteY2" fmla="*/ 28099 h 47625"/>
                <a:gd name="connsiteX3" fmla="*/ 27623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3 w 47625"/>
                <a:gd name="connsiteY6" fmla="*/ 13907 h 47625"/>
                <a:gd name="connsiteX7" fmla="*/ 16193 w 47625"/>
                <a:gd name="connsiteY7" fmla="*/ 28099 h 47625"/>
                <a:gd name="connsiteX8" fmla="*/ 27623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>
                  <a:moveTo>
                    <a:pt x="0" y="28099"/>
                  </a:moveTo>
                  <a:cubicBezTo>
                    <a:pt x="0" y="11621"/>
                    <a:pt x="11335" y="0"/>
                    <a:pt x="27623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3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7"/>
                    <a:pt x="27623" y="13907"/>
                  </a:cubicBezTo>
                  <a:cubicBezTo>
                    <a:pt x="20574" y="13907"/>
                    <a:pt x="16193" y="19812"/>
                    <a:pt x="16193" y="28099"/>
                  </a:cubicBezTo>
                  <a:cubicBezTo>
                    <a:pt x="16193" y="36195"/>
                    <a:pt x="20574" y="42672"/>
                    <a:pt x="27623" y="42672"/>
                  </a:cubicBezTo>
                  <a:cubicBezTo>
                    <a:pt x="34671" y="42672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Полилиния: фигура 95">
              <a:extLst>
                <a:ext uri="{FF2B5EF4-FFF2-40B4-BE49-F238E27FC236}">
                  <a16:creationId xmlns:a16="http://schemas.microsoft.com/office/drawing/2014/main" id="{A1FDD3A8-B808-4AF5-8285-EADEE5D907CD}"/>
                </a:ext>
              </a:extLst>
            </p:cNvPr>
            <p:cNvSpPr/>
            <p:nvPr/>
          </p:nvSpPr>
          <p:spPr>
            <a:xfrm>
              <a:off x="5068947" y="1286636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5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5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5"/>
                    <a:pt x="20574" y="42672"/>
                    <a:pt x="27622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Полилиния: фигура 96">
              <a:extLst>
                <a:ext uri="{FF2B5EF4-FFF2-40B4-BE49-F238E27FC236}">
                  <a16:creationId xmlns:a16="http://schemas.microsoft.com/office/drawing/2014/main" id="{9CE5113C-A5B2-4776-80C9-5843EA6B1AAA}"/>
                </a:ext>
              </a:extLst>
            </p:cNvPr>
            <p:cNvSpPr/>
            <p:nvPr/>
          </p:nvSpPr>
          <p:spPr>
            <a:xfrm>
              <a:off x="5125525" y="1287874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4 h 47625"/>
                <a:gd name="connsiteX3" fmla="*/ 18097 w 47625"/>
                <a:gd name="connsiteY3" fmla="*/ 20384 h 47625"/>
                <a:gd name="connsiteX4" fmla="*/ 30766 w 47625"/>
                <a:gd name="connsiteY4" fmla="*/ 0 h 47625"/>
                <a:gd name="connsiteX5" fmla="*/ 48578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5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3912 h 47625"/>
                <a:gd name="connsiteX12" fmla="*/ 0 w 47625"/>
                <a:gd name="connsiteY12" fmla="*/ 53912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>
                  <a:moveTo>
                    <a:pt x="95" y="0"/>
                  </a:moveTo>
                  <a:lnTo>
                    <a:pt x="15716" y="0"/>
                  </a:lnTo>
                  <a:lnTo>
                    <a:pt x="15716" y="20384"/>
                  </a:lnTo>
                  <a:lnTo>
                    <a:pt x="18097" y="20384"/>
                  </a:lnTo>
                  <a:lnTo>
                    <a:pt x="30766" y="0"/>
                  </a:lnTo>
                  <a:lnTo>
                    <a:pt x="48578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5" y="33433"/>
                  </a:lnTo>
                  <a:lnTo>
                    <a:pt x="15621" y="33433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Полилиния: фигура 97">
              <a:extLst>
                <a:ext uri="{FF2B5EF4-FFF2-40B4-BE49-F238E27FC236}">
                  <a16:creationId xmlns:a16="http://schemas.microsoft.com/office/drawing/2014/main" id="{6BB87B71-03EA-42F9-8437-AB84DBA1CE77}"/>
                </a:ext>
              </a:extLst>
            </p:cNvPr>
            <p:cNvSpPr/>
            <p:nvPr/>
          </p:nvSpPr>
          <p:spPr>
            <a:xfrm>
              <a:off x="5180008" y="1286636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2 w 47625"/>
                <a:gd name="connsiteY1" fmla="*/ 0 h 47625"/>
                <a:gd name="connsiteX2" fmla="*/ 55150 w 47625"/>
                <a:gd name="connsiteY2" fmla="*/ 28099 h 47625"/>
                <a:gd name="connsiteX3" fmla="*/ 27622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2 w 47625"/>
                <a:gd name="connsiteY6" fmla="*/ 13907 h 47625"/>
                <a:gd name="connsiteX7" fmla="*/ 16192 w 47625"/>
                <a:gd name="connsiteY7" fmla="*/ 28099 h 47625"/>
                <a:gd name="connsiteX8" fmla="*/ 27622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>
                  <a:moveTo>
                    <a:pt x="0" y="28099"/>
                  </a:moveTo>
                  <a:cubicBezTo>
                    <a:pt x="0" y="11621"/>
                    <a:pt x="11335" y="0"/>
                    <a:pt x="27622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2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7"/>
                    <a:pt x="27622" y="13907"/>
                  </a:cubicBezTo>
                  <a:cubicBezTo>
                    <a:pt x="20574" y="13907"/>
                    <a:pt x="16192" y="19812"/>
                    <a:pt x="16192" y="28099"/>
                  </a:cubicBezTo>
                  <a:cubicBezTo>
                    <a:pt x="16192" y="36195"/>
                    <a:pt x="20574" y="42672"/>
                    <a:pt x="27622" y="42672"/>
                  </a:cubicBezTo>
                  <a:cubicBezTo>
                    <a:pt x="34671" y="42672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Полилиния: фигура 98">
              <a:extLst>
                <a:ext uri="{FF2B5EF4-FFF2-40B4-BE49-F238E27FC236}">
                  <a16:creationId xmlns:a16="http://schemas.microsoft.com/office/drawing/2014/main" id="{CC0C82D9-58FE-4B27-863C-39C96B8E2DF8}"/>
                </a:ext>
              </a:extLst>
            </p:cNvPr>
            <p:cNvSpPr/>
            <p:nvPr/>
          </p:nvSpPr>
          <p:spPr>
            <a:xfrm>
              <a:off x="5246683" y="1287874"/>
              <a:ext cx="47625" cy="47625"/>
            </a:xfrm>
            <a:custGeom>
              <a:avLst/>
              <a:gdLst>
                <a:gd name="connsiteX0" fmla="*/ 0 w 47625"/>
                <a:gd name="connsiteY0" fmla="*/ 54007 h 47625"/>
                <a:gd name="connsiteX1" fmla="*/ 0 w 47625"/>
                <a:gd name="connsiteY1" fmla="*/ 0 h 47625"/>
                <a:gd name="connsiteX2" fmla="*/ 27908 w 47625"/>
                <a:gd name="connsiteY2" fmla="*/ 0 h 47625"/>
                <a:gd name="connsiteX3" fmla="*/ 47625 w 47625"/>
                <a:gd name="connsiteY3" fmla="*/ 14669 h 47625"/>
                <a:gd name="connsiteX4" fmla="*/ 39624 w 47625"/>
                <a:gd name="connsiteY4" fmla="*/ 25051 h 47625"/>
                <a:gd name="connsiteX5" fmla="*/ 39624 w 47625"/>
                <a:gd name="connsiteY5" fmla="*/ 25241 h 47625"/>
                <a:gd name="connsiteX6" fmla="*/ 49911 w 47625"/>
                <a:gd name="connsiteY6" fmla="*/ 38100 h 47625"/>
                <a:gd name="connsiteX7" fmla="*/ 30289 w 47625"/>
                <a:gd name="connsiteY7" fmla="*/ 54007 h 47625"/>
                <a:gd name="connsiteX8" fmla="*/ 0 w 47625"/>
                <a:gd name="connsiteY8" fmla="*/ 54007 h 47625"/>
                <a:gd name="connsiteX9" fmla="*/ 24479 w 47625"/>
                <a:gd name="connsiteY9" fmla="*/ 22384 h 47625"/>
                <a:gd name="connsiteX10" fmla="*/ 31528 w 47625"/>
                <a:gd name="connsiteY10" fmla="*/ 16764 h 47625"/>
                <a:gd name="connsiteX11" fmla="*/ 24479 w 47625"/>
                <a:gd name="connsiteY11" fmla="*/ 11430 h 47625"/>
                <a:gd name="connsiteX12" fmla="*/ 15621 w 47625"/>
                <a:gd name="connsiteY12" fmla="*/ 11430 h 47625"/>
                <a:gd name="connsiteX13" fmla="*/ 15621 w 47625"/>
                <a:gd name="connsiteY13" fmla="*/ 22479 h 47625"/>
                <a:gd name="connsiteX14" fmla="*/ 24479 w 47625"/>
                <a:gd name="connsiteY14" fmla="*/ 22479 h 47625"/>
                <a:gd name="connsiteX15" fmla="*/ 27337 w 47625"/>
                <a:gd name="connsiteY15" fmla="*/ 42672 h 47625"/>
                <a:gd name="connsiteX16" fmla="*/ 33242 w 47625"/>
                <a:gd name="connsiteY16" fmla="*/ 38005 h 47625"/>
                <a:gd name="connsiteX17" fmla="*/ 27337 w 47625"/>
                <a:gd name="connsiteY17" fmla="*/ 32861 h 47625"/>
                <a:gd name="connsiteX18" fmla="*/ 15621 w 47625"/>
                <a:gd name="connsiteY18" fmla="*/ 32861 h 47625"/>
                <a:gd name="connsiteX19" fmla="*/ 15621 w 47625"/>
                <a:gd name="connsiteY19" fmla="*/ 42672 h 47625"/>
                <a:gd name="connsiteX20" fmla="*/ 27337 w 47625"/>
                <a:gd name="connsiteY20" fmla="*/ 42672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>
                  <a:moveTo>
                    <a:pt x="0" y="54007"/>
                  </a:moveTo>
                  <a:lnTo>
                    <a:pt x="0" y="0"/>
                  </a:lnTo>
                  <a:lnTo>
                    <a:pt x="27908" y="0"/>
                  </a:lnTo>
                  <a:cubicBezTo>
                    <a:pt x="38481" y="0"/>
                    <a:pt x="47625" y="4001"/>
                    <a:pt x="47625" y="14669"/>
                  </a:cubicBezTo>
                  <a:cubicBezTo>
                    <a:pt x="47625" y="19622"/>
                    <a:pt x="43815" y="23813"/>
                    <a:pt x="39624" y="25051"/>
                  </a:cubicBezTo>
                  <a:lnTo>
                    <a:pt x="39624" y="25241"/>
                  </a:lnTo>
                  <a:cubicBezTo>
                    <a:pt x="45910" y="26956"/>
                    <a:pt x="49911" y="31433"/>
                    <a:pt x="49911" y="38100"/>
                  </a:cubicBezTo>
                  <a:cubicBezTo>
                    <a:pt x="49911" y="46006"/>
                    <a:pt x="44005" y="54007"/>
                    <a:pt x="30289" y="54007"/>
                  </a:cubicBezTo>
                  <a:lnTo>
                    <a:pt x="0" y="54007"/>
                  </a:lnTo>
                  <a:close/>
                  <a:moveTo>
                    <a:pt x="24479" y="22384"/>
                  </a:moveTo>
                  <a:cubicBezTo>
                    <a:pt x="28480" y="22384"/>
                    <a:pt x="31528" y="20765"/>
                    <a:pt x="31528" y="16764"/>
                  </a:cubicBezTo>
                  <a:cubicBezTo>
                    <a:pt x="31528" y="12668"/>
                    <a:pt x="28384" y="11430"/>
                    <a:pt x="24479" y="11430"/>
                  </a:cubicBezTo>
                  <a:lnTo>
                    <a:pt x="15621" y="11430"/>
                  </a:lnTo>
                  <a:lnTo>
                    <a:pt x="15621" y="22479"/>
                  </a:lnTo>
                  <a:lnTo>
                    <a:pt x="24479" y="22479"/>
                  </a:lnTo>
                  <a:close/>
                  <a:moveTo>
                    <a:pt x="27337" y="42672"/>
                  </a:moveTo>
                  <a:cubicBezTo>
                    <a:pt x="31718" y="42672"/>
                    <a:pt x="33242" y="40386"/>
                    <a:pt x="33242" y="38005"/>
                  </a:cubicBezTo>
                  <a:cubicBezTo>
                    <a:pt x="33242" y="35433"/>
                    <a:pt x="31718" y="32861"/>
                    <a:pt x="27337" y="32861"/>
                  </a:cubicBezTo>
                  <a:lnTo>
                    <a:pt x="15621" y="32861"/>
                  </a:lnTo>
                  <a:lnTo>
                    <a:pt x="15621" y="42672"/>
                  </a:lnTo>
                  <a:lnTo>
                    <a:pt x="27337" y="426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Полилиния: фигура 99">
              <a:extLst>
                <a:ext uri="{FF2B5EF4-FFF2-40B4-BE49-F238E27FC236}">
                  <a16:creationId xmlns:a16="http://schemas.microsoft.com/office/drawing/2014/main" id="{25C4C8EF-027D-47FA-B5C8-586ECF961A86}"/>
                </a:ext>
              </a:extLst>
            </p:cNvPr>
            <p:cNvSpPr/>
            <p:nvPr/>
          </p:nvSpPr>
          <p:spPr>
            <a:xfrm>
              <a:off x="5304405" y="1286636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5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5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5"/>
                    <a:pt x="20574" y="42672"/>
                    <a:pt x="27622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Полилиния: фигура 100">
              <a:extLst>
                <a:ext uri="{FF2B5EF4-FFF2-40B4-BE49-F238E27FC236}">
                  <a16:creationId xmlns:a16="http://schemas.microsoft.com/office/drawing/2014/main" id="{A5353F79-B656-4095-AA3F-6879D8BDDDAA}"/>
                </a:ext>
              </a:extLst>
            </p:cNvPr>
            <p:cNvSpPr/>
            <p:nvPr/>
          </p:nvSpPr>
          <p:spPr>
            <a:xfrm>
              <a:off x="5360888" y="1287874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4 h 47625"/>
                <a:gd name="connsiteX3" fmla="*/ 18098 w 47625"/>
                <a:gd name="connsiteY3" fmla="*/ 20384 h 47625"/>
                <a:gd name="connsiteX4" fmla="*/ 30766 w 47625"/>
                <a:gd name="connsiteY4" fmla="*/ 0 h 47625"/>
                <a:gd name="connsiteX5" fmla="*/ 48578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6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3912 h 47625"/>
                <a:gd name="connsiteX12" fmla="*/ 0 w 47625"/>
                <a:gd name="connsiteY12" fmla="*/ 53912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>
                  <a:moveTo>
                    <a:pt x="95" y="0"/>
                  </a:moveTo>
                  <a:lnTo>
                    <a:pt x="15716" y="0"/>
                  </a:lnTo>
                  <a:lnTo>
                    <a:pt x="15716" y="20384"/>
                  </a:lnTo>
                  <a:lnTo>
                    <a:pt x="18098" y="20384"/>
                  </a:lnTo>
                  <a:lnTo>
                    <a:pt x="30766" y="0"/>
                  </a:lnTo>
                  <a:lnTo>
                    <a:pt x="48578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6" y="33433"/>
                  </a:lnTo>
                  <a:lnTo>
                    <a:pt x="15621" y="33433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Полилиния: фигура 101">
              <a:extLst>
                <a:ext uri="{FF2B5EF4-FFF2-40B4-BE49-F238E27FC236}">
                  <a16:creationId xmlns:a16="http://schemas.microsoft.com/office/drawing/2014/main" id="{BCBA0854-7CF0-4B34-A6C4-826DCC489C56}"/>
                </a:ext>
              </a:extLst>
            </p:cNvPr>
            <p:cNvSpPr/>
            <p:nvPr/>
          </p:nvSpPr>
          <p:spPr>
            <a:xfrm>
              <a:off x="5419086" y="128787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30480 h 47625"/>
                <a:gd name="connsiteX3" fmla="*/ 15812 w 47625"/>
                <a:gd name="connsiteY3" fmla="*/ 30480 h 47625"/>
                <a:gd name="connsiteX4" fmla="*/ 36386 w 47625"/>
                <a:gd name="connsiteY4" fmla="*/ 0 h 47625"/>
                <a:gd name="connsiteX5" fmla="*/ 49816 w 47625"/>
                <a:gd name="connsiteY5" fmla="*/ 0 h 47625"/>
                <a:gd name="connsiteX6" fmla="*/ 49816 w 47625"/>
                <a:gd name="connsiteY6" fmla="*/ 53912 h 47625"/>
                <a:gd name="connsiteX7" fmla="*/ 34195 w 47625"/>
                <a:gd name="connsiteY7" fmla="*/ 53912 h 47625"/>
                <a:gd name="connsiteX8" fmla="*/ 34195 w 47625"/>
                <a:gd name="connsiteY8" fmla="*/ 23432 h 47625"/>
                <a:gd name="connsiteX9" fmla="*/ 34004 w 47625"/>
                <a:gd name="connsiteY9" fmla="*/ 23432 h 47625"/>
                <a:gd name="connsiteX10" fmla="*/ 13526 w 47625"/>
                <a:gd name="connsiteY10" fmla="*/ 53912 h 47625"/>
                <a:gd name="connsiteX11" fmla="*/ 0 w 47625"/>
                <a:gd name="connsiteY11" fmla="*/ 53912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>
                  <a:moveTo>
                    <a:pt x="0" y="0"/>
                  </a:moveTo>
                  <a:lnTo>
                    <a:pt x="15621" y="0"/>
                  </a:lnTo>
                  <a:lnTo>
                    <a:pt x="15621" y="30480"/>
                  </a:lnTo>
                  <a:lnTo>
                    <a:pt x="15812" y="30480"/>
                  </a:lnTo>
                  <a:lnTo>
                    <a:pt x="36386" y="0"/>
                  </a:lnTo>
                  <a:lnTo>
                    <a:pt x="49816" y="0"/>
                  </a:lnTo>
                  <a:lnTo>
                    <a:pt x="49816" y="53912"/>
                  </a:lnTo>
                  <a:lnTo>
                    <a:pt x="34195" y="53912"/>
                  </a:lnTo>
                  <a:lnTo>
                    <a:pt x="34195" y="23432"/>
                  </a:lnTo>
                  <a:lnTo>
                    <a:pt x="34004" y="23432"/>
                  </a:lnTo>
                  <a:lnTo>
                    <a:pt x="13526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Полилиния: фигура 102">
              <a:extLst>
                <a:ext uri="{FF2B5EF4-FFF2-40B4-BE49-F238E27FC236}">
                  <a16:creationId xmlns:a16="http://schemas.microsoft.com/office/drawing/2014/main" id="{4DD2160E-0D30-4597-A060-2140D10CC38C}"/>
                </a:ext>
              </a:extLst>
            </p:cNvPr>
            <p:cNvSpPr/>
            <p:nvPr/>
          </p:nvSpPr>
          <p:spPr>
            <a:xfrm>
              <a:off x="5483951" y="1263585"/>
              <a:ext cx="47625" cy="76200"/>
            </a:xfrm>
            <a:custGeom>
              <a:avLst/>
              <a:gdLst>
                <a:gd name="connsiteX0" fmla="*/ 0 w 47625"/>
                <a:gd name="connsiteY0" fmla="*/ 24289 h 76200"/>
                <a:gd name="connsiteX1" fmla="*/ 15621 w 47625"/>
                <a:gd name="connsiteY1" fmla="*/ 24289 h 76200"/>
                <a:gd name="connsiteX2" fmla="*/ 15621 w 47625"/>
                <a:gd name="connsiteY2" fmla="*/ 54769 h 76200"/>
                <a:gd name="connsiteX3" fmla="*/ 15811 w 47625"/>
                <a:gd name="connsiteY3" fmla="*/ 54769 h 76200"/>
                <a:gd name="connsiteX4" fmla="*/ 36385 w 47625"/>
                <a:gd name="connsiteY4" fmla="*/ 24289 h 76200"/>
                <a:gd name="connsiteX5" fmla="*/ 49816 w 47625"/>
                <a:gd name="connsiteY5" fmla="*/ 24289 h 76200"/>
                <a:gd name="connsiteX6" fmla="*/ 49816 w 47625"/>
                <a:gd name="connsiteY6" fmla="*/ 78200 h 76200"/>
                <a:gd name="connsiteX7" fmla="*/ 34195 w 47625"/>
                <a:gd name="connsiteY7" fmla="*/ 78200 h 76200"/>
                <a:gd name="connsiteX8" fmla="*/ 34195 w 47625"/>
                <a:gd name="connsiteY8" fmla="*/ 47720 h 76200"/>
                <a:gd name="connsiteX9" fmla="*/ 34004 w 47625"/>
                <a:gd name="connsiteY9" fmla="*/ 47720 h 76200"/>
                <a:gd name="connsiteX10" fmla="*/ 13525 w 47625"/>
                <a:gd name="connsiteY10" fmla="*/ 78200 h 76200"/>
                <a:gd name="connsiteX11" fmla="*/ 0 w 47625"/>
                <a:gd name="connsiteY11" fmla="*/ 78200 h 76200"/>
                <a:gd name="connsiteX12" fmla="*/ 0 w 47625"/>
                <a:gd name="connsiteY12" fmla="*/ 24289 h 76200"/>
                <a:gd name="connsiteX13" fmla="*/ 6477 w 47625"/>
                <a:gd name="connsiteY13" fmla="*/ 8001 h 76200"/>
                <a:gd name="connsiteX14" fmla="*/ 14573 w 47625"/>
                <a:gd name="connsiteY14" fmla="*/ 0 h 76200"/>
                <a:gd name="connsiteX15" fmla="*/ 24098 w 47625"/>
                <a:gd name="connsiteY15" fmla="*/ 6858 h 76200"/>
                <a:gd name="connsiteX16" fmla="*/ 34385 w 47625"/>
                <a:gd name="connsiteY16" fmla="*/ 0 h 76200"/>
                <a:gd name="connsiteX17" fmla="*/ 42100 w 47625"/>
                <a:gd name="connsiteY17" fmla="*/ 8001 h 76200"/>
                <a:gd name="connsiteX18" fmla="*/ 24479 w 47625"/>
                <a:gd name="connsiteY18" fmla="*/ 18669 h 76200"/>
                <a:gd name="connsiteX19" fmla="*/ 6477 w 47625"/>
                <a:gd name="connsiteY19" fmla="*/ 8001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7625" h="76200">
                  <a:moveTo>
                    <a:pt x="0" y="24289"/>
                  </a:moveTo>
                  <a:lnTo>
                    <a:pt x="15621" y="24289"/>
                  </a:lnTo>
                  <a:lnTo>
                    <a:pt x="15621" y="54769"/>
                  </a:lnTo>
                  <a:lnTo>
                    <a:pt x="15811" y="54769"/>
                  </a:lnTo>
                  <a:lnTo>
                    <a:pt x="36385" y="24289"/>
                  </a:lnTo>
                  <a:lnTo>
                    <a:pt x="49816" y="24289"/>
                  </a:lnTo>
                  <a:lnTo>
                    <a:pt x="49816" y="78200"/>
                  </a:lnTo>
                  <a:lnTo>
                    <a:pt x="34195" y="78200"/>
                  </a:lnTo>
                  <a:lnTo>
                    <a:pt x="34195" y="47720"/>
                  </a:lnTo>
                  <a:lnTo>
                    <a:pt x="34004" y="47720"/>
                  </a:lnTo>
                  <a:lnTo>
                    <a:pt x="13525" y="78200"/>
                  </a:lnTo>
                  <a:lnTo>
                    <a:pt x="0" y="78200"/>
                  </a:lnTo>
                  <a:lnTo>
                    <a:pt x="0" y="24289"/>
                  </a:lnTo>
                  <a:close/>
                  <a:moveTo>
                    <a:pt x="6477" y="8001"/>
                  </a:moveTo>
                  <a:lnTo>
                    <a:pt x="14573" y="0"/>
                  </a:lnTo>
                  <a:cubicBezTo>
                    <a:pt x="16097" y="2858"/>
                    <a:pt x="19050" y="6858"/>
                    <a:pt x="24098" y="6858"/>
                  </a:cubicBezTo>
                  <a:cubicBezTo>
                    <a:pt x="30480" y="6858"/>
                    <a:pt x="32766" y="2858"/>
                    <a:pt x="34385" y="0"/>
                  </a:cubicBezTo>
                  <a:lnTo>
                    <a:pt x="42100" y="8001"/>
                  </a:lnTo>
                  <a:cubicBezTo>
                    <a:pt x="40100" y="12192"/>
                    <a:pt x="34099" y="18669"/>
                    <a:pt x="24479" y="18669"/>
                  </a:cubicBezTo>
                  <a:cubicBezTo>
                    <a:pt x="14954" y="18669"/>
                    <a:pt x="8953" y="12097"/>
                    <a:pt x="6477" y="800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Полилиния: фигура 103">
              <a:extLst>
                <a:ext uri="{FF2B5EF4-FFF2-40B4-BE49-F238E27FC236}">
                  <a16:creationId xmlns:a16="http://schemas.microsoft.com/office/drawing/2014/main" id="{7C4ABF7D-364B-4193-932A-95F1BFC12CB5}"/>
                </a:ext>
              </a:extLst>
            </p:cNvPr>
            <p:cNvSpPr/>
            <p:nvPr/>
          </p:nvSpPr>
          <p:spPr>
            <a:xfrm>
              <a:off x="4893496" y="1402174"/>
              <a:ext cx="66675" cy="47625"/>
            </a:xfrm>
            <a:custGeom>
              <a:avLst/>
              <a:gdLst>
                <a:gd name="connsiteX0" fmla="*/ 13525 w 66675"/>
                <a:gd name="connsiteY0" fmla="*/ 0 h 47625"/>
                <a:gd name="connsiteX1" fmla="*/ 24098 w 66675"/>
                <a:gd name="connsiteY1" fmla="*/ 0 h 47625"/>
                <a:gd name="connsiteX2" fmla="*/ 37338 w 66675"/>
                <a:gd name="connsiteY2" fmla="*/ 33338 h 47625"/>
                <a:gd name="connsiteX3" fmla="*/ 37529 w 66675"/>
                <a:gd name="connsiteY3" fmla="*/ 33338 h 47625"/>
                <a:gd name="connsiteX4" fmla="*/ 50863 w 66675"/>
                <a:gd name="connsiteY4" fmla="*/ 0 h 47625"/>
                <a:gd name="connsiteX5" fmla="*/ 61150 w 66675"/>
                <a:gd name="connsiteY5" fmla="*/ 0 h 47625"/>
                <a:gd name="connsiteX6" fmla="*/ 74962 w 66675"/>
                <a:gd name="connsiteY6" fmla="*/ 53912 h 47625"/>
                <a:gd name="connsiteX7" fmla="*/ 59341 w 66675"/>
                <a:gd name="connsiteY7" fmla="*/ 53912 h 47625"/>
                <a:gd name="connsiteX8" fmla="*/ 53435 w 66675"/>
                <a:gd name="connsiteY8" fmla="*/ 26956 h 47625"/>
                <a:gd name="connsiteX9" fmla="*/ 53245 w 66675"/>
                <a:gd name="connsiteY9" fmla="*/ 26956 h 47625"/>
                <a:gd name="connsiteX10" fmla="*/ 42100 w 66675"/>
                <a:gd name="connsiteY10" fmla="*/ 53912 h 47625"/>
                <a:gd name="connsiteX11" fmla="*/ 31909 w 66675"/>
                <a:gd name="connsiteY11" fmla="*/ 53912 h 47625"/>
                <a:gd name="connsiteX12" fmla="*/ 21336 w 66675"/>
                <a:gd name="connsiteY12" fmla="*/ 26860 h 47625"/>
                <a:gd name="connsiteX13" fmla="*/ 21146 w 66675"/>
                <a:gd name="connsiteY13" fmla="*/ 26860 h 47625"/>
                <a:gd name="connsiteX14" fmla="*/ 15050 w 66675"/>
                <a:gd name="connsiteY14" fmla="*/ 53912 h 47625"/>
                <a:gd name="connsiteX15" fmla="*/ 0 w 66675"/>
                <a:gd name="connsiteY15" fmla="*/ 53912 h 47625"/>
                <a:gd name="connsiteX16" fmla="*/ 13525 w 66675"/>
                <a:gd name="connsiteY16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6675" h="47625">
                  <a:moveTo>
                    <a:pt x="13525" y="0"/>
                  </a:moveTo>
                  <a:lnTo>
                    <a:pt x="24098" y="0"/>
                  </a:lnTo>
                  <a:lnTo>
                    <a:pt x="37338" y="33338"/>
                  </a:lnTo>
                  <a:lnTo>
                    <a:pt x="37529" y="33338"/>
                  </a:lnTo>
                  <a:lnTo>
                    <a:pt x="50863" y="0"/>
                  </a:lnTo>
                  <a:lnTo>
                    <a:pt x="61150" y="0"/>
                  </a:lnTo>
                  <a:lnTo>
                    <a:pt x="74962" y="53912"/>
                  </a:lnTo>
                  <a:lnTo>
                    <a:pt x="59341" y="53912"/>
                  </a:lnTo>
                  <a:lnTo>
                    <a:pt x="53435" y="26956"/>
                  </a:lnTo>
                  <a:lnTo>
                    <a:pt x="53245" y="26956"/>
                  </a:lnTo>
                  <a:lnTo>
                    <a:pt x="42100" y="53912"/>
                  </a:lnTo>
                  <a:lnTo>
                    <a:pt x="31909" y="53912"/>
                  </a:lnTo>
                  <a:lnTo>
                    <a:pt x="21336" y="26860"/>
                  </a:lnTo>
                  <a:lnTo>
                    <a:pt x="21146" y="26860"/>
                  </a:lnTo>
                  <a:lnTo>
                    <a:pt x="15050" y="53912"/>
                  </a:lnTo>
                  <a:lnTo>
                    <a:pt x="0" y="53912"/>
                  </a:lnTo>
                  <a:lnTo>
                    <a:pt x="1352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Полилиния: фигура 104">
              <a:extLst>
                <a:ext uri="{FF2B5EF4-FFF2-40B4-BE49-F238E27FC236}">
                  <a16:creationId xmlns:a16="http://schemas.microsoft.com/office/drawing/2014/main" id="{C31B58B1-AE5A-4E41-B140-D71203884123}"/>
                </a:ext>
              </a:extLst>
            </p:cNvPr>
            <p:cNvSpPr/>
            <p:nvPr/>
          </p:nvSpPr>
          <p:spPr>
            <a:xfrm>
              <a:off x="4973697" y="1400936"/>
              <a:ext cx="47625" cy="47625"/>
            </a:xfrm>
            <a:custGeom>
              <a:avLst/>
              <a:gdLst>
                <a:gd name="connsiteX0" fmla="*/ 0 w 47625"/>
                <a:gd name="connsiteY0" fmla="*/ 28194 h 47625"/>
                <a:gd name="connsiteX1" fmla="*/ 26575 w 47625"/>
                <a:gd name="connsiteY1" fmla="*/ 0 h 47625"/>
                <a:gd name="connsiteX2" fmla="*/ 52673 w 47625"/>
                <a:gd name="connsiteY2" fmla="*/ 29623 h 47625"/>
                <a:gd name="connsiteX3" fmla="*/ 52673 w 47625"/>
                <a:gd name="connsiteY3" fmla="*/ 33338 h 47625"/>
                <a:gd name="connsiteX4" fmla="*/ 16859 w 47625"/>
                <a:gd name="connsiteY4" fmla="*/ 33338 h 47625"/>
                <a:gd name="connsiteX5" fmla="*/ 29146 w 47625"/>
                <a:gd name="connsiteY5" fmla="*/ 42482 h 47625"/>
                <a:gd name="connsiteX6" fmla="*/ 40386 w 47625"/>
                <a:gd name="connsiteY6" fmla="*/ 37338 h 47625"/>
                <a:gd name="connsiteX7" fmla="*/ 50387 w 47625"/>
                <a:gd name="connsiteY7" fmla="*/ 47339 h 47625"/>
                <a:gd name="connsiteX8" fmla="*/ 27432 w 47625"/>
                <a:gd name="connsiteY8" fmla="*/ 56388 h 47625"/>
                <a:gd name="connsiteX9" fmla="*/ 0 w 47625"/>
                <a:gd name="connsiteY9" fmla="*/ 28194 h 47625"/>
                <a:gd name="connsiteX10" fmla="*/ 36386 w 47625"/>
                <a:gd name="connsiteY10" fmla="*/ 22098 h 47625"/>
                <a:gd name="connsiteX11" fmla="*/ 26575 w 47625"/>
                <a:gd name="connsiteY11" fmla="*/ 12382 h 47625"/>
                <a:gd name="connsiteX12" fmla="*/ 16764 w 47625"/>
                <a:gd name="connsiteY12" fmla="*/ 22098 h 47625"/>
                <a:gd name="connsiteX13" fmla="*/ 36386 w 47625"/>
                <a:gd name="connsiteY13" fmla="*/ 22098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>
                  <a:moveTo>
                    <a:pt x="0" y="28194"/>
                  </a:moveTo>
                  <a:cubicBezTo>
                    <a:pt x="0" y="11716"/>
                    <a:pt x="11049" y="0"/>
                    <a:pt x="26575" y="0"/>
                  </a:cubicBezTo>
                  <a:cubicBezTo>
                    <a:pt x="41338" y="0"/>
                    <a:pt x="52673" y="8954"/>
                    <a:pt x="52673" y="29623"/>
                  </a:cubicBezTo>
                  <a:lnTo>
                    <a:pt x="52673" y="33338"/>
                  </a:lnTo>
                  <a:lnTo>
                    <a:pt x="16859" y="33338"/>
                  </a:lnTo>
                  <a:cubicBezTo>
                    <a:pt x="18002" y="40291"/>
                    <a:pt x="24098" y="42482"/>
                    <a:pt x="29146" y="42482"/>
                  </a:cubicBezTo>
                  <a:cubicBezTo>
                    <a:pt x="34100" y="42482"/>
                    <a:pt x="38481" y="40100"/>
                    <a:pt x="40386" y="37338"/>
                  </a:cubicBezTo>
                  <a:lnTo>
                    <a:pt x="50387" y="47339"/>
                  </a:lnTo>
                  <a:cubicBezTo>
                    <a:pt x="43910" y="53626"/>
                    <a:pt x="36386" y="56388"/>
                    <a:pt x="27432" y="56388"/>
                  </a:cubicBezTo>
                  <a:cubicBezTo>
                    <a:pt x="13430" y="56483"/>
                    <a:pt x="0" y="46482"/>
                    <a:pt x="0" y="28194"/>
                  </a:cubicBezTo>
                  <a:close/>
                  <a:moveTo>
                    <a:pt x="36386" y="22098"/>
                  </a:moveTo>
                  <a:cubicBezTo>
                    <a:pt x="35719" y="16097"/>
                    <a:pt x="32575" y="12382"/>
                    <a:pt x="26575" y="12382"/>
                  </a:cubicBezTo>
                  <a:cubicBezTo>
                    <a:pt x="21146" y="12382"/>
                    <a:pt x="17717" y="16573"/>
                    <a:pt x="16764" y="22098"/>
                  </a:cubicBezTo>
                  <a:lnTo>
                    <a:pt x="36386" y="2209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Полилиния: фигура 105">
              <a:extLst>
                <a:ext uri="{FF2B5EF4-FFF2-40B4-BE49-F238E27FC236}">
                  <a16:creationId xmlns:a16="http://schemas.microsoft.com/office/drawing/2014/main" id="{BFDBE857-DC65-4524-A549-B9F14AF9C891}"/>
                </a:ext>
              </a:extLst>
            </p:cNvPr>
            <p:cNvSpPr/>
            <p:nvPr/>
          </p:nvSpPr>
          <p:spPr>
            <a:xfrm>
              <a:off x="5031323" y="1402269"/>
              <a:ext cx="47625" cy="47625"/>
            </a:xfrm>
            <a:custGeom>
              <a:avLst/>
              <a:gdLst>
                <a:gd name="connsiteX0" fmla="*/ 15812 w 47625"/>
                <a:gd name="connsiteY0" fmla="*/ 13526 h 47625"/>
                <a:gd name="connsiteX1" fmla="*/ 0 w 47625"/>
                <a:gd name="connsiteY1" fmla="*/ 13526 h 47625"/>
                <a:gd name="connsiteX2" fmla="*/ 0 w 47625"/>
                <a:gd name="connsiteY2" fmla="*/ 0 h 47625"/>
                <a:gd name="connsiteX3" fmla="*/ 48482 w 47625"/>
                <a:gd name="connsiteY3" fmla="*/ 0 h 47625"/>
                <a:gd name="connsiteX4" fmla="*/ 43434 w 47625"/>
                <a:gd name="connsiteY4" fmla="*/ 13526 h 47625"/>
                <a:gd name="connsiteX5" fmla="*/ 31337 w 47625"/>
                <a:gd name="connsiteY5" fmla="*/ 13526 h 47625"/>
                <a:gd name="connsiteX6" fmla="*/ 31337 w 47625"/>
                <a:gd name="connsiteY6" fmla="*/ 53912 h 47625"/>
                <a:gd name="connsiteX7" fmla="*/ 15716 w 47625"/>
                <a:gd name="connsiteY7" fmla="*/ 53912 h 47625"/>
                <a:gd name="connsiteX8" fmla="*/ 15716 w 47625"/>
                <a:gd name="connsiteY8" fmla="*/ 1352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625" h="47625">
                  <a:moveTo>
                    <a:pt x="15812" y="13526"/>
                  </a:moveTo>
                  <a:lnTo>
                    <a:pt x="0" y="13526"/>
                  </a:lnTo>
                  <a:lnTo>
                    <a:pt x="0" y="0"/>
                  </a:lnTo>
                  <a:lnTo>
                    <a:pt x="48482" y="0"/>
                  </a:lnTo>
                  <a:lnTo>
                    <a:pt x="43434" y="13526"/>
                  </a:lnTo>
                  <a:lnTo>
                    <a:pt x="31337" y="13526"/>
                  </a:lnTo>
                  <a:lnTo>
                    <a:pt x="31337" y="53912"/>
                  </a:lnTo>
                  <a:lnTo>
                    <a:pt x="15716" y="53912"/>
                  </a:lnTo>
                  <a:lnTo>
                    <a:pt x="15716" y="1352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Полилиния: фигура 106">
              <a:extLst>
                <a:ext uri="{FF2B5EF4-FFF2-40B4-BE49-F238E27FC236}">
                  <a16:creationId xmlns:a16="http://schemas.microsoft.com/office/drawing/2014/main" id="{2E6BA3A9-7542-4CF0-A9FC-1F51925A6ECD}"/>
                </a:ext>
              </a:extLst>
            </p:cNvPr>
            <p:cNvSpPr/>
            <p:nvPr/>
          </p:nvSpPr>
          <p:spPr>
            <a:xfrm>
              <a:off x="5087425" y="1400841"/>
              <a:ext cx="47625" cy="66675"/>
            </a:xfrm>
            <a:custGeom>
              <a:avLst/>
              <a:gdLst>
                <a:gd name="connsiteX0" fmla="*/ 15621 w 47625"/>
                <a:gd name="connsiteY0" fmla="*/ 75057 h 66675"/>
                <a:gd name="connsiteX1" fmla="*/ 0 w 47625"/>
                <a:gd name="connsiteY1" fmla="*/ 75057 h 66675"/>
                <a:gd name="connsiteX2" fmla="*/ 0 w 47625"/>
                <a:gd name="connsiteY2" fmla="*/ 1334 h 66675"/>
                <a:gd name="connsiteX3" fmla="*/ 15621 w 47625"/>
                <a:gd name="connsiteY3" fmla="*/ 1334 h 66675"/>
                <a:gd name="connsiteX4" fmla="*/ 15621 w 47625"/>
                <a:gd name="connsiteY4" fmla="*/ 6668 h 66675"/>
                <a:gd name="connsiteX5" fmla="*/ 15812 w 47625"/>
                <a:gd name="connsiteY5" fmla="*/ 6668 h 66675"/>
                <a:gd name="connsiteX6" fmla="*/ 30956 w 47625"/>
                <a:gd name="connsiteY6" fmla="*/ 0 h 66675"/>
                <a:gd name="connsiteX7" fmla="*/ 55626 w 47625"/>
                <a:gd name="connsiteY7" fmla="*/ 28099 h 66675"/>
                <a:gd name="connsiteX8" fmla="*/ 30956 w 47625"/>
                <a:gd name="connsiteY8" fmla="*/ 56483 h 66675"/>
                <a:gd name="connsiteX9" fmla="*/ 15812 w 47625"/>
                <a:gd name="connsiteY9" fmla="*/ 49816 h 66675"/>
                <a:gd name="connsiteX10" fmla="*/ 15621 w 47625"/>
                <a:gd name="connsiteY10" fmla="*/ 49816 h 66675"/>
                <a:gd name="connsiteX11" fmla="*/ 15621 w 47625"/>
                <a:gd name="connsiteY11" fmla="*/ 75057 h 66675"/>
                <a:gd name="connsiteX12" fmla="*/ 27242 w 47625"/>
                <a:gd name="connsiteY12" fmla="*/ 42482 h 66675"/>
                <a:gd name="connsiteX13" fmla="*/ 39433 w 47625"/>
                <a:gd name="connsiteY13" fmla="*/ 28099 h 66675"/>
                <a:gd name="connsiteX14" fmla="*/ 27242 w 47625"/>
                <a:gd name="connsiteY14" fmla="*/ 14002 h 66675"/>
                <a:gd name="connsiteX15" fmla="*/ 14954 w 47625"/>
                <a:gd name="connsiteY15" fmla="*/ 28099 h 66675"/>
                <a:gd name="connsiteX16" fmla="*/ 27242 w 47625"/>
                <a:gd name="connsiteY16" fmla="*/ 4248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66675">
                  <a:moveTo>
                    <a:pt x="15621" y="75057"/>
                  </a:moveTo>
                  <a:lnTo>
                    <a:pt x="0" y="75057"/>
                  </a:lnTo>
                  <a:lnTo>
                    <a:pt x="0" y="1334"/>
                  </a:lnTo>
                  <a:lnTo>
                    <a:pt x="15621" y="1334"/>
                  </a:lnTo>
                  <a:lnTo>
                    <a:pt x="15621" y="6668"/>
                  </a:lnTo>
                  <a:lnTo>
                    <a:pt x="15812" y="6668"/>
                  </a:lnTo>
                  <a:cubicBezTo>
                    <a:pt x="18193" y="3810"/>
                    <a:pt x="22765" y="0"/>
                    <a:pt x="30956" y="0"/>
                  </a:cubicBezTo>
                  <a:cubicBezTo>
                    <a:pt x="45053" y="0"/>
                    <a:pt x="55626" y="11621"/>
                    <a:pt x="55626" y="28099"/>
                  </a:cubicBezTo>
                  <a:cubicBezTo>
                    <a:pt x="55626" y="44672"/>
                    <a:pt x="45053" y="56483"/>
                    <a:pt x="30956" y="56483"/>
                  </a:cubicBezTo>
                  <a:cubicBezTo>
                    <a:pt x="22765" y="56483"/>
                    <a:pt x="18097" y="52769"/>
                    <a:pt x="15812" y="49816"/>
                  </a:cubicBezTo>
                  <a:lnTo>
                    <a:pt x="15621" y="49816"/>
                  </a:lnTo>
                  <a:lnTo>
                    <a:pt x="15621" y="75057"/>
                  </a:lnTo>
                  <a:close/>
                  <a:moveTo>
                    <a:pt x="27242" y="42482"/>
                  </a:moveTo>
                  <a:cubicBezTo>
                    <a:pt x="34385" y="42482"/>
                    <a:pt x="39433" y="36385"/>
                    <a:pt x="39433" y="28099"/>
                  </a:cubicBezTo>
                  <a:cubicBezTo>
                    <a:pt x="39433" y="20193"/>
                    <a:pt x="34385" y="14002"/>
                    <a:pt x="27242" y="14002"/>
                  </a:cubicBezTo>
                  <a:cubicBezTo>
                    <a:pt x="20098" y="14002"/>
                    <a:pt x="14954" y="20193"/>
                    <a:pt x="14954" y="28099"/>
                  </a:cubicBezTo>
                  <a:cubicBezTo>
                    <a:pt x="14954" y="36385"/>
                    <a:pt x="20098" y="42482"/>
                    <a:pt x="27242" y="4248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Полилиния: фигура 107">
              <a:extLst>
                <a:ext uri="{FF2B5EF4-FFF2-40B4-BE49-F238E27FC236}">
                  <a16:creationId xmlns:a16="http://schemas.microsoft.com/office/drawing/2014/main" id="{2440D93A-05A9-4773-B94A-9A44AE6B371D}"/>
                </a:ext>
              </a:extLst>
            </p:cNvPr>
            <p:cNvSpPr/>
            <p:nvPr/>
          </p:nvSpPr>
          <p:spPr>
            <a:xfrm>
              <a:off x="5151052" y="1400936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3 w 47625"/>
                <a:gd name="connsiteY1" fmla="*/ 0 h 47625"/>
                <a:gd name="connsiteX2" fmla="*/ 55150 w 47625"/>
                <a:gd name="connsiteY2" fmla="*/ 28099 h 47625"/>
                <a:gd name="connsiteX3" fmla="*/ 27623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3 w 47625"/>
                <a:gd name="connsiteY6" fmla="*/ 13907 h 47625"/>
                <a:gd name="connsiteX7" fmla="*/ 16193 w 47625"/>
                <a:gd name="connsiteY7" fmla="*/ 28099 h 47625"/>
                <a:gd name="connsiteX8" fmla="*/ 27623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>
                  <a:moveTo>
                    <a:pt x="0" y="28099"/>
                  </a:moveTo>
                  <a:cubicBezTo>
                    <a:pt x="0" y="11620"/>
                    <a:pt x="11335" y="0"/>
                    <a:pt x="27623" y="0"/>
                  </a:cubicBezTo>
                  <a:cubicBezTo>
                    <a:pt x="43720" y="0"/>
                    <a:pt x="55150" y="11620"/>
                    <a:pt x="55150" y="28099"/>
                  </a:cubicBezTo>
                  <a:cubicBezTo>
                    <a:pt x="55150" y="44863"/>
                    <a:pt x="43720" y="56483"/>
                    <a:pt x="27623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7"/>
                    <a:pt x="27623" y="13907"/>
                  </a:cubicBezTo>
                  <a:cubicBezTo>
                    <a:pt x="20574" y="13907"/>
                    <a:pt x="16193" y="19812"/>
                    <a:pt x="16193" y="28099"/>
                  </a:cubicBezTo>
                  <a:cubicBezTo>
                    <a:pt x="16193" y="36195"/>
                    <a:pt x="20574" y="42672"/>
                    <a:pt x="27623" y="42672"/>
                  </a:cubicBezTo>
                  <a:cubicBezTo>
                    <a:pt x="34671" y="42577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Полилиния: фигура 108">
              <a:extLst>
                <a:ext uri="{FF2B5EF4-FFF2-40B4-BE49-F238E27FC236}">
                  <a16:creationId xmlns:a16="http://schemas.microsoft.com/office/drawing/2014/main" id="{1F12B110-F58A-4151-97F3-72FCC1813396}"/>
                </a:ext>
              </a:extLst>
            </p:cNvPr>
            <p:cNvSpPr/>
            <p:nvPr/>
          </p:nvSpPr>
          <p:spPr>
            <a:xfrm>
              <a:off x="5217632" y="1402174"/>
              <a:ext cx="38100" cy="47625"/>
            </a:xfrm>
            <a:custGeom>
              <a:avLst/>
              <a:gdLst>
                <a:gd name="connsiteX0" fmla="*/ 95 w 38100"/>
                <a:gd name="connsiteY0" fmla="*/ 0 h 47625"/>
                <a:gd name="connsiteX1" fmla="*/ 47054 w 38100"/>
                <a:gd name="connsiteY1" fmla="*/ 0 h 47625"/>
                <a:gd name="connsiteX2" fmla="*/ 47054 w 38100"/>
                <a:gd name="connsiteY2" fmla="*/ 53912 h 47625"/>
                <a:gd name="connsiteX3" fmla="*/ 31433 w 38100"/>
                <a:gd name="connsiteY3" fmla="*/ 53912 h 47625"/>
                <a:gd name="connsiteX4" fmla="*/ 31433 w 38100"/>
                <a:gd name="connsiteY4" fmla="*/ 13525 h 47625"/>
                <a:gd name="connsiteX5" fmla="*/ 15621 w 38100"/>
                <a:gd name="connsiteY5" fmla="*/ 13525 h 47625"/>
                <a:gd name="connsiteX6" fmla="*/ 15621 w 38100"/>
                <a:gd name="connsiteY6" fmla="*/ 53912 h 47625"/>
                <a:gd name="connsiteX7" fmla="*/ 0 w 38100"/>
                <a:gd name="connsiteY7" fmla="*/ 53912 h 47625"/>
                <a:gd name="connsiteX8" fmla="*/ 0 w 38100"/>
                <a:gd name="connsiteY8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100" h="47625">
                  <a:moveTo>
                    <a:pt x="95" y="0"/>
                  </a:moveTo>
                  <a:lnTo>
                    <a:pt x="47054" y="0"/>
                  </a:lnTo>
                  <a:lnTo>
                    <a:pt x="47054" y="53912"/>
                  </a:lnTo>
                  <a:lnTo>
                    <a:pt x="31433" y="53912"/>
                  </a:lnTo>
                  <a:lnTo>
                    <a:pt x="31433" y="13525"/>
                  </a:lnTo>
                  <a:lnTo>
                    <a:pt x="15621" y="13525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Полилиния: фигура 109">
              <a:extLst>
                <a:ext uri="{FF2B5EF4-FFF2-40B4-BE49-F238E27FC236}">
                  <a16:creationId xmlns:a16="http://schemas.microsoft.com/office/drawing/2014/main" id="{4878A7D7-628B-43D5-B0D0-DDD2AB9FFD46}"/>
                </a:ext>
              </a:extLst>
            </p:cNvPr>
            <p:cNvSpPr/>
            <p:nvPr/>
          </p:nvSpPr>
          <p:spPr>
            <a:xfrm>
              <a:off x="5275925" y="1400936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3 w 47625"/>
                <a:gd name="connsiteY1" fmla="*/ 0 h 47625"/>
                <a:gd name="connsiteX2" fmla="*/ 55150 w 47625"/>
                <a:gd name="connsiteY2" fmla="*/ 28099 h 47625"/>
                <a:gd name="connsiteX3" fmla="*/ 27623 w 47625"/>
                <a:gd name="connsiteY3" fmla="*/ 56483 h 47625"/>
                <a:gd name="connsiteX4" fmla="*/ 0 w 47625"/>
                <a:gd name="connsiteY4" fmla="*/ 28099 h 47625"/>
                <a:gd name="connsiteX5" fmla="*/ 39053 w 47625"/>
                <a:gd name="connsiteY5" fmla="*/ 28099 h 47625"/>
                <a:gd name="connsiteX6" fmla="*/ 27718 w 47625"/>
                <a:gd name="connsiteY6" fmla="*/ 13907 h 47625"/>
                <a:gd name="connsiteX7" fmla="*/ 16288 w 47625"/>
                <a:gd name="connsiteY7" fmla="*/ 28099 h 47625"/>
                <a:gd name="connsiteX8" fmla="*/ 27718 w 47625"/>
                <a:gd name="connsiteY8" fmla="*/ 42672 h 47625"/>
                <a:gd name="connsiteX9" fmla="*/ 39053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>
                  <a:moveTo>
                    <a:pt x="0" y="28099"/>
                  </a:moveTo>
                  <a:cubicBezTo>
                    <a:pt x="0" y="11620"/>
                    <a:pt x="11335" y="0"/>
                    <a:pt x="27623" y="0"/>
                  </a:cubicBezTo>
                  <a:cubicBezTo>
                    <a:pt x="43720" y="0"/>
                    <a:pt x="55150" y="11620"/>
                    <a:pt x="55150" y="28099"/>
                  </a:cubicBezTo>
                  <a:cubicBezTo>
                    <a:pt x="55150" y="44863"/>
                    <a:pt x="43720" y="56483"/>
                    <a:pt x="27623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9053" y="28099"/>
                  </a:moveTo>
                  <a:cubicBezTo>
                    <a:pt x="39053" y="19717"/>
                    <a:pt x="34766" y="13907"/>
                    <a:pt x="27718" y="13907"/>
                  </a:cubicBezTo>
                  <a:cubicBezTo>
                    <a:pt x="20669" y="13907"/>
                    <a:pt x="16288" y="19812"/>
                    <a:pt x="16288" y="28099"/>
                  </a:cubicBezTo>
                  <a:cubicBezTo>
                    <a:pt x="16288" y="36195"/>
                    <a:pt x="20669" y="42672"/>
                    <a:pt x="27718" y="42672"/>
                  </a:cubicBezTo>
                  <a:cubicBezTo>
                    <a:pt x="34766" y="42577"/>
                    <a:pt x="39053" y="36195"/>
                    <a:pt x="39053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Полилиния: фигура 110">
              <a:extLst>
                <a:ext uri="{FF2B5EF4-FFF2-40B4-BE49-F238E27FC236}">
                  <a16:creationId xmlns:a16="http://schemas.microsoft.com/office/drawing/2014/main" id="{16619039-267B-4F14-B083-8E2EA0ED9A50}"/>
                </a:ext>
              </a:extLst>
            </p:cNvPr>
            <p:cNvSpPr/>
            <p:nvPr/>
          </p:nvSpPr>
          <p:spPr>
            <a:xfrm>
              <a:off x="5337552" y="1402269"/>
              <a:ext cx="47625" cy="47625"/>
            </a:xfrm>
            <a:custGeom>
              <a:avLst/>
              <a:gdLst>
                <a:gd name="connsiteX0" fmla="*/ 0 w 47625"/>
                <a:gd name="connsiteY0" fmla="*/ 53912 h 47625"/>
                <a:gd name="connsiteX1" fmla="*/ 0 w 47625"/>
                <a:gd name="connsiteY1" fmla="*/ 42291 h 47625"/>
                <a:gd name="connsiteX2" fmla="*/ 2667 w 47625"/>
                <a:gd name="connsiteY2" fmla="*/ 42863 h 47625"/>
                <a:gd name="connsiteX3" fmla="*/ 8573 w 47625"/>
                <a:gd name="connsiteY3" fmla="*/ 30671 h 47625"/>
                <a:gd name="connsiteX4" fmla="*/ 10096 w 47625"/>
                <a:gd name="connsiteY4" fmla="*/ 0 h 47625"/>
                <a:gd name="connsiteX5" fmla="*/ 53435 w 47625"/>
                <a:gd name="connsiteY5" fmla="*/ 0 h 47625"/>
                <a:gd name="connsiteX6" fmla="*/ 53435 w 47625"/>
                <a:gd name="connsiteY6" fmla="*/ 53912 h 47625"/>
                <a:gd name="connsiteX7" fmla="*/ 38005 w 47625"/>
                <a:gd name="connsiteY7" fmla="*/ 53912 h 47625"/>
                <a:gd name="connsiteX8" fmla="*/ 38005 w 47625"/>
                <a:gd name="connsiteY8" fmla="*/ 13526 h 47625"/>
                <a:gd name="connsiteX9" fmla="*/ 23717 w 47625"/>
                <a:gd name="connsiteY9" fmla="*/ 13526 h 47625"/>
                <a:gd name="connsiteX10" fmla="*/ 23050 w 47625"/>
                <a:gd name="connsiteY10" fmla="*/ 29432 h 47625"/>
                <a:gd name="connsiteX11" fmla="*/ 6001 w 47625"/>
                <a:gd name="connsiteY11" fmla="*/ 54959 h 47625"/>
                <a:gd name="connsiteX12" fmla="*/ 0 w 47625"/>
                <a:gd name="connsiteY12" fmla="*/ 53912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>
                  <a:moveTo>
                    <a:pt x="0" y="53912"/>
                  </a:moveTo>
                  <a:lnTo>
                    <a:pt x="0" y="42291"/>
                  </a:lnTo>
                  <a:cubicBezTo>
                    <a:pt x="571" y="42482"/>
                    <a:pt x="1715" y="42863"/>
                    <a:pt x="2667" y="42863"/>
                  </a:cubicBezTo>
                  <a:cubicBezTo>
                    <a:pt x="6763" y="42863"/>
                    <a:pt x="7715" y="40196"/>
                    <a:pt x="8573" y="30671"/>
                  </a:cubicBezTo>
                  <a:cubicBezTo>
                    <a:pt x="10096" y="11240"/>
                    <a:pt x="10096" y="0"/>
                    <a:pt x="10096" y="0"/>
                  </a:cubicBezTo>
                  <a:lnTo>
                    <a:pt x="53435" y="0"/>
                  </a:lnTo>
                  <a:lnTo>
                    <a:pt x="53435" y="53912"/>
                  </a:lnTo>
                  <a:lnTo>
                    <a:pt x="38005" y="53912"/>
                  </a:lnTo>
                  <a:lnTo>
                    <a:pt x="38005" y="13526"/>
                  </a:lnTo>
                  <a:lnTo>
                    <a:pt x="23717" y="13526"/>
                  </a:lnTo>
                  <a:cubicBezTo>
                    <a:pt x="23527" y="17621"/>
                    <a:pt x="23622" y="22574"/>
                    <a:pt x="23050" y="29432"/>
                  </a:cubicBezTo>
                  <a:cubicBezTo>
                    <a:pt x="21908" y="46101"/>
                    <a:pt x="19336" y="54959"/>
                    <a:pt x="6001" y="54959"/>
                  </a:cubicBezTo>
                  <a:cubicBezTo>
                    <a:pt x="2858" y="54959"/>
                    <a:pt x="0" y="53912"/>
                    <a:pt x="0" y="5391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Полилиния: фигура 111">
              <a:extLst>
                <a:ext uri="{FF2B5EF4-FFF2-40B4-BE49-F238E27FC236}">
                  <a16:creationId xmlns:a16="http://schemas.microsoft.com/office/drawing/2014/main" id="{BAC33D6B-12C7-404D-9C82-37D3141630CD}"/>
                </a:ext>
              </a:extLst>
            </p:cNvPr>
            <p:cNvSpPr/>
            <p:nvPr/>
          </p:nvSpPr>
          <p:spPr>
            <a:xfrm>
              <a:off x="5406036" y="140217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30480 h 47625"/>
                <a:gd name="connsiteX3" fmla="*/ 15812 w 47625"/>
                <a:gd name="connsiteY3" fmla="*/ 30480 h 47625"/>
                <a:gd name="connsiteX4" fmla="*/ 36386 w 47625"/>
                <a:gd name="connsiteY4" fmla="*/ 0 h 47625"/>
                <a:gd name="connsiteX5" fmla="*/ 49816 w 47625"/>
                <a:gd name="connsiteY5" fmla="*/ 0 h 47625"/>
                <a:gd name="connsiteX6" fmla="*/ 49816 w 47625"/>
                <a:gd name="connsiteY6" fmla="*/ 53912 h 47625"/>
                <a:gd name="connsiteX7" fmla="*/ 34195 w 47625"/>
                <a:gd name="connsiteY7" fmla="*/ 53912 h 47625"/>
                <a:gd name="connsiteX8" fmla="*/ 34195 w 47625"/>
                <a:gd name="connsiteY8" fmla="*/ 23431 h 47625"/>
                <a:gd name="connsiteX9" fmla="*/ 34100 w 47625"/>
                <a:gd name="connsiteY9" fmla="*/ 23431 h 47625"/>
                <a:gd name="connsiteX10" fmla="*/ 13621 w 47625"/>
                <a:gd name="connsiteY10" fmla="*/ 53912 h 47625"/>
                <a:gd name="connsiteX11" fmla="*/ 95 w 47625"/>
                <a:gd name="connsiteY11" fmla="*/ 53912 h 47625"/>
                <a:gd name="connsiteX12" fmla="*/ 95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>
                  <a:moveTo>
                    <a:pt x="0" y="0"/>
                  </a:moveTo>
                  <a:lnTo>
                    <a:pt x="15621" y="0"/>
                  </a:lnTo>
                  <a:lnTo>
                    <a:pt x="15621" y="30480"/>
                  </a:lnTo>
                  <a:lnTo>
                    <a:pt x="15812" y="30480"/>
                  </a:lnTo>
                  <a:lnTo>
                    <a:pt x="36386" y="0"/>
                  </a:lnTo>
                  <a:lnTo>
                    <a:pt x="49816" y="0"/>
                  </a:lnTo>
                  <a:lnTo>
                    <a:pt x="49816" y="53912"/>
                  </a:lnTo>
                  <a:lnTo>
                    <a:pt x="34195" y="53912"/>
                  </a:lnTo>
                  <a:lnTo>
                    <a:pt x="34195" y="23431"/>
                  </a:lnTo>
                  <a:lnTo>
                    <a:pt x="34100" y="23431"/>
                  </a:lnTo>
                  <a:lnTo>
                    <a:pt x="13621" y="53912"/>
                  </a:lnTo>
                  <a:lnTo>
                    <a:pt x="95" y="53912"/>
                  </a:lnTo>
                  <a:lnTo>
                    <a:pt x="9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Полилиния: фигура 112">
              <a:extLst>
                <a:ext uri="{FF2B5EF4-FFF2-40B4-BE49-F238E27FC236}">
                  <a16:creationId xmlns:a16="http://schemas.microsoft.com/office/drawing/2014/main" id="{87D3FC4E-A550-4740-8A12-98C6A9AE39C4}"/>
                </a:ext>
              </a:extLst>
            </p:cNvPr>
            <p:cNvSpPr/>
            <p:nvPr/>
          </p:nvSpPr>
          <p:spPr>
            <a:xfrm>
              <a:off x="5465473" y="1402269"/>
              <a:ext cx="47625" cy="47625"/>
            </a:xfrm>
            <a:custGeom>
              <a:avLst/>
              <a:gdLst>
                <a:gd name="connsiteX0" fmla="*/ 15812 w 47625"/>
                <a:gd name="connsiteY0" fmla="*/ 13526 h 47625"/>
                <a:gd name="connsiteX1" fmla="*/ 0 w 47625"/>
                <a:gd name="connsiteY1" fmla="*/ 13526 h 47625"/>
                <a:gd name="connsiteX2" fmla="*/ 0 w 47625"/>
                <a:gd name="connsiteY2" fmla="*/ 0 h 47625"/>
                <a:gd name="connsiteX3" fmla="*/ 48482 w 47625"/>
                <a:gd name="connsiteY3" fmla="*/ 0 h 47625"/>
                <a:gd name="connsiteX4" fmla="*/ 43434 w 47625"/>
                <a:gd name="connsiteY4" fmla="*/ 13526 h 47625"/>
                <a:gd name="connsiteX5" fmla="*/ 31337 w 47625"/>
                <a:gd name="connsiteY5" fmla="*/ 13526 h 47625"/>
                <a:gd name="connsiteX6" fmla="*/ 31337 w 47625"/>
                <a:gd name="connsiteY6" fmla="*/ 53912 h 47625"/>
                <a:gd name="connsiteX7" fmla="*/ 15716 w 47625"/>
                <a:gd name="connsiteY7" fmla="*/ 53912 h 47625"/>
                <a:gd name="connsiteX8" fmla="*/ 15716 w 47625"/>
                <a:gd name="connsiteY8" fmla="*/ 1352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625" h="47625">
                  <a:moveTo>
                    <a:pt x="15812" y="13526"/>
                  </a:moveTo>
                  <a:lnTo>
                    <a:pt x="0" y="13526"/>
                  </a:lnTo>
                  <a:lnTo>
                    <a:pt x="0" y="0"/>
                  </a:lnTo>
                  <a:lnTo>
                    <a:pt x="48482" y="0"/>
                  </a:lnTo>
                  <a:lnTo>
                    <a:pt x="43434" y="13526"/>
                  </a:lnTo>
                  <a:lnTo>
                    <a:pt x="31337" y="13526"/>
                  </a:lnTo>
                  <a:lnTo>
                    <a:pt x="31337" y="53912"/>
                  </a:lnTo>
                  <a:lnTo>
                    <a:pt x="15716" y="53912"/>
                  </a:lnTo>
                  <a:lnTo>
                    <a:pt x="15716" y="1352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Полилиния: фигура 113">
              <a:extLst>
                <a:ext uri="{FF2B5EF4-FFF2-40B4-BE49-F238E27FC236}">
                  <a16:creationId xmlns:a16="http://schemas.microsoft.com/office/drawing/2014/main" id="{6F8175A3-36F7-4A96-A5E1-D773F8B547D8}"/>
                </a:ext>
              </a:extLst>
            </p:cNvPr>
            <p:cNvSpPr/>
            <p:nvPr/>
          </p:nvSpPr>
          <p:spPr>
            <a:xfrm>
              <a:off x="5516241" y="1400936"/>
              <a:ext cx="47625" cy="47625"/>
            </a:xfrm>
            <a:custGeom>
              <a:avLst/>
              <a:gdLst>
                <a:gd name="connsiteX0" fmla="*/ 0 w 47625"/>
                <a:gd name="connsiteY0" fmla="*/ 28194 h 47625"/>
                <a:gd name="connsiteX1" fmla="*/ 26575 w 47625"/>
                <a:gd name="connsiteY1" fmla="*/ 0 h 47625"/>
                <a:gd name="connsiteX2" fmla="*/ 52673 w 47625"/>
                <a:gd name="connsiteY2" fmla="*/ 29623 h 47625"/>
                <a:gd name="connsiteX3" fmla="*/ 52673 w 47625"/>
                <a:gd name="connsiteY3" fmla="*/ 33338 h 47625"/>
                <a:gd name="connsiteX4" fmla="*/ 16859 w 47625"/>
                <a:gd name="connsiteY4" fmla="*/ 33338 h 47625"/>
                <a:gd name="connsiteX5" fmla="*/ 29146 w 47625"/>
                <a:gd name="connsiteY5" fmla="*/ 42482 h 47625"/>
                <a:gd name="connsiteX6" fmla="*/ 40386 w 47625"/>
                <a:gd name="connsiteY6" fmla="*/ 37338 h 47625"/>
                <a:gd name="connsiteX7" fmla="*/ 50387 w 47625"/>
                <a:gd name="connsiteY7" fmla="*/ 47339 h 47625"/>
                <a:gd name="connsiteX8" fmla="*/ 27432 w 47625"/>
                <a:gd name="connsiteY8" fmla="*/ 56388 h 47625"/>
                <a:gd name="connsiteX9" fmla="*/ 0 w 47625"/>
                <a:gd name="connsiteY9" fmla="*/ 28194 h 47625"/>
                <a:gd name="connsiteX10" fmla="*/ 36290 w 47625"/>
                <a:gd name="connsiteY10" fmla="*/ 22098 h 47625"/>
                <a:gd name="connsiteX11" fmla="*/ 26479 w 47625"/>
                <a:gd name="connsiteY11" fmla="*/ 12382 h 47625"/>
                <a:gd name="connsiteX12" fmla="*/ 16669 w 47625"/>
                <a:gd name="connsiteY12" fmla="*/ 22098 h 47625"/>
                <a:gd name="connsiteX13" fmla="*/ 36290 w 47625"/>
                <a:gd name="connsiteY13" fmla="*/ 22098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>
                  <a:moveTo>
                    <a:pt x="0" y="28194"/>
                  </a:moveTo>
                  <a:cubicBezTo>
                    <a:pt x="0" y="11716"/>
                    <a:pt x="11049" y="0"/>
                    <a:pt x="26575" y="0"/>
                  </a:cubicBezTo>
                  <a:cubicBezTo>
                    <a:pt x="41338" y="0"/>
                    <a:pt x="52673" y="8954"/>
                    <a:pt x="52673" y="29623"/>
                  </a:cubicBezTo>
                  <a:lnTo>
                    <a:pt x="52673" y="33338"/>
                  </a:lnTo>
                  <a:lnTo>
                    <a:pt x="16859" y="33338"/>
                  </a:lnTo>
                  <a:cubicBezTo>
                    <a:pt x="18002" y="40291"/>
                    <a:pt x="24098" y="42482"/>
                    <a:pt x="29146" y="42482"/>
                  </a:cubicBezTo>
                  <a:cubicBezTo>
                    <a:pt x="34100" y="42482"/>
                    <a:pt x="38481" y="40100"/>
                    <a:pt x="40386" y="37338"/>
                  </a:cubicBezTo>
                  <a:lnTo>
                    <a:pt x="50387" y="47339"/>
                  </a:lnTo>
                  <a:cubicBezTo>
                    <a:pt x="43910" y="53626"/>
                    <a:pt x="36385" y="56388"/>
                    <a:pt x="27432" y="56388"/>
                  </a:cubicBezTo>
                  <a:cubicBezTo>
                    <a:pt x="13335" y="56483"/>
                    <a:pt x="0" y="46482"/>
                    <a:pt x="0" y="28194"/>
                  </a:cubicBezTo>
                  <a:close/>
                  <a:moveTo>
                    <a:pt x="36290" y="22098"/>
                  </a:moveTo>
                  <a:cubicBezTo>
                    <a:pt x="35623" y="16097"/>
                    <a:pt x="32480" y="12382"/>
                    <a:pt x="26479" y="12382"/>
                  </a:cubicBezTo>
                  <a:cubicBezTo>
                    <a:pt x="21050" y="12382"/>
                    <a:pt x="17621" y="16573"/>
                    <a:pt x="16669" y="22098"/>
                  </a:cubicBezTo>
                  <a:lnTo>
                    <a:pt x="36290" y="2209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Полилиния: фигура 114">
              <a:extLst>
                <a:ext uri="{FF2B5EF4-FFF2-40B4-BE49-F238E27FC236}">
                  <a16:creationId xmlns:a16="http://schemas.microsoft.com/office/drawing/2014/main" id="{A5688D78-1C78-4E67-AA23-47C346155685}"/>
                </a:ext>
              </a:extLst>
            </p:cNvPr>
            <p:cNvSpPr/>
            <p:nvPr/>
          </p:nvSpPr>
          <p:spPr>
            <a:xfrm>
              <a:off x="5580154" y="140217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19907 h 47625"/>
                <a:gd name="connsiteX3" fmla="*/ 33242 w 47625"/>
                <a:gd name="connsiteY3" fmla="*/ 19907 h 47625"/>
                <a:gd name="connsiteX4" fmla="*/ 33242 w 47625"/>
                <a:gd name="connsiteY4" fmla="*/ 0 h 47625"/>
                <a:gd name="connsiteX5" fmla="*/ 48863 w 47625"/>
                <a:gd name="connsiteY5" fmla="*/ 0 h 47625"/>
                <a:gd name="connsiteX6" fmla="*/ 48863 w 47625"/>
                <a:gd name="connsiteY6" fmla="*/ 53912 h 47625"/>
                <a:gd name="connsiteX7" fmla="*/ 33242 w 47625"/>
                <a:gd name="connsiteY7" fmla="*/ 53912 h 47625"/>
                <a:gd name="connsiteX8" fmla="*/ 33242 w 47625"/>
                <a:gd name="connsiteY8" fmla="*/ 33528 h 47625"/>
                <a:gd name="connsiteX9" fmla="*/ 15621 w 47625"/>
                <a:gd name="connsiteY9" fmla="*/ 33528 h 47625"/>
                <a:gd name="connsiteX10" fmla="*/ 15621 w 47625"/>
                <a:gd name="connsiteY10" fmla="*/ 53912 h 47625"/>
                <a:gd name="connsiteX11" fmla="*/ 0 w 47625"/>
                <a:gd name="connsiteY11" fmla="*/ 53912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>
                  <a:moveTo>
                    <a:pt x="0" y="0"/>
                  </a:moveTo>
                  <a:lnTo>
                    <a:pt x="15621" y="0"/>
                  </a:lnTo>
                  <a:lnTo>
                    <a:pt x="15621" y="19907"/>
                  </a:lnTo>
                  <a:lnTo>
                    <a:pt x="33242" y="19907"/>
                  </a:lnTo>
                  <a:lnTo>
                    <a:pt x="33242" y="0"/>
                  </a:lnTo>
                  <a:lnTo>
                    <a:pt x="48863" y="0"/>
                  </a:lnTo>
                  <a:lnTo>
                    <a:pt x="48863" y="53912"/>
                  </a:lnTo>
                  <a:lnTo>
                    <a:pt x="33242" y="53912"/>
                  </a:lnTo>
                  <a:lnTo>
                    <a:pt x="33242" y="33528"/>
                  </a:lnTo>
                  <a:lnTo>
                    <a:pt x="15621" y="33528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Полилиния: фигура 115">
              <a:extLst>
                <a:ext uri="{FF2B5EF4-FFF2-40B4-BE49-F238E27FC236}">
                  <a16:creationId xmlns:a16="http://schemas.microsoft.com/office/drawing/2014/main" id="{66932C28-5880-44E6-8032-F12A02E906BD}"/>
                </a:ext>
              </a:extLst>
            </p:cNvPr>
            <p:cNvSpPr/>
            <p:nvPr/>
          </p:nvSpPr>
          <p:spPr>
            <a:xfrm>
              <a:off x="4552692" y="1289684"/>
              <a:ext cx="171450" cy="114300"/>
            </a:xfrm>
            <a:custGeom>
              <a:avLst/>
              <a:gdLst>
                <a:gd name="connsiteX0" fmla="*/ 62865 w 171450"/>
                <a:gd name="connsiteY0" fmla="*/ 105251 h 114300"/>
                <a:gd name="connsiteX1" fmla="*/ 53530 w 171450"/>
                <a:gd name="connsiteY1" fmla="*/ 105251 h 114300"/>
                <a:gd name="connsiteX2" fmla="*/ 62675 w 171450"/>
                <a:gd name="connsiteY2" fmla="*/ 79058 h 114300"/>
                <a:gd name="connsiteX3" fmla="*/ 88963 w 171450"/>
                <a:gd name="connsiteY3" fmla="*/ 122301 h 114300"/>
                <a:gd name="connsiteX4" fmla="*/ 115252 w 171450"/>
                <a:gd name="connsiteY4" fmla="*/ 79058 h 114300"/>
                <a:gd name="connsiteX5" fmla="*/ 124396 w 171450"/>
                <a:gd name="connsiteY5" fmla="*/ 105251 h 114300"/>
                <a:gd name="connsiteX6" fmla="*/ 114967 w 171450"/>
                <a:gd name="connsiteY6" fmla="*/ 105251 h 114300"/>
                <a:gd name="connsiteX7" fmla="*/ 114967 w 171450"/>
                <a:gd name="connsiteY7" fmla="*/ 121063 h 114300"/>
                <a:gd name="connsiteX8" fmla="*/ 177832 w 171450"/>
                <a:gd name="connsiteY8" fmla="*/ 121063 h 114300"/>
                <a:gd name="connsiteX9" fmla="*/ 177832 w 171450"/>
                <a:gd name="connsiteY9" fmla="*/ 105251 h 114300"/>
                <a:gd name="connsiteX10" fmla="*/ 165640 w 171450"/>
                <a:gd name="connsiteY10" fmla="*/ 105251 h 114300"/>
                <a:gd name="connsiteX11" fmla="*/ 124016 w 171450"/>
                <a:gd name="connsiteY11" fmla="*/ 0 h 114300"/>
                <a:gd name="connsiteX12" fmla="*/ 88963 w 171450"/>
                <a:gd name="connsiteY12" fmla="*/ 61436 h 114300"/>
                <a:gd name="connsiteX13" fmla="*/ 53912 w 171450"/>
                <a:gd name="connsiteY13" fmla="*/ 0 h 114300"/>
                <a:gd name="connsiteX14" fmla="*/ 12287 w 171450"/>
                <a:gd name="connsiteY14" fmla="*/ 105251 h 114300"/>
                <a:gd name="connsiteX15" fmla="*/ 0 w 171450"/>
                <a:gd name="connsiteY15" fmla="*/ 105251 h 114300"/>
                <a:gd name="connsiteX16" fmla="*/ 0 w 171450"/>
                <a:gd name="connsiteY16" fmla="*/ 121063 h 114300"/>
                <a:gd name="connsiteX17" fmla="*/ 62865 w 171450"/>
                <a:gd name="connsiteY17" fmla="*/ 121063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1450" h="114300">
                  <a:moveTo>
                    <a:pt x="62865" y="105251"/>
                  </a:moveTo>
                  <a:lnTo>
                    <a:pt x="53530" y="105251"/>
                  </a:lnTo>
                  <a:lnTo>
                    <a:pt x="62675" y="79058"/>
                  </a:lnTo>
                  <a:lnTo>
                    <a:pt x="88963" y="122301"/>
                  </a:lnTo>
                  <a:lnTo>
                    <a:pt x="115252" y="79058"/>
                  </a:lnTo>
                  <a:lnTo>
                    <a:pt x="124396" y="105251"/>
                  </a:lnTo>
                  <a:lnTo>
                    <a:pt x="114967" y="105251"/>
                  </a:lnTo>
                  <a:lnTo>
                    <a:pt x="114967" y="121063"/>
                  </a:lnTo>
                  <a:lnTo>
                    <a:pt x="177832" y="121063"/>
                  </a:lnTo>
                  <a:lnTo>
                    <a:pt x="177832" y="105251"/>
                  </a:lnTo>
                  <a:lnTo>
                    <a:pt x="165640" y="105251"/>
                  </a:lnTo>
                  <a:lnTo>
                    <a:pt x="124016" y="0"/>
                  </a:lnTo>
                  <a:lnTo>
                    <a:pt x="88963" y="61436"/>
                  </a:lnTo>
                  <a:lnTo>
                    <a:pt x="53912" y="0"/>
                  </a:lnTo>
                  <a:lnTo>
                    <a:pt x="12287" y="105251"/>
                  </a:lnTo>
                  <a:lnTo>
                    <a:pt x="0" y="105251"/>
                  </a:lnTo>
                  <a:lnTo>
                    <a:pt x="0" y="121063"/>
                  </a:lnTo>
                  <a:lnTo>
                    <a:pt x="62865" y="1210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Полилиния: фигура 116">
              <a:extLst>
                <a:ext uri="{FF2B5EF4-FFF2-40B4-BE49-F238E27FC236}">
                  <a16:creationId xmlns:a16="http://schemas.microsoft.com/office/drawing/2014/main" id="{BA7F2828-06D0-46CE-B1E0-3930D640DA08}"/>
                </a:ext>
              </a:extLst>
            </p:cNvPr>
            <p:cNvSpPr/>
            <p:nvPr/>
          </p:nvSpPr>
          <p:spPr>
            <a:xfrm>
              <a:off x="4475539" y="1199387"/>
              <a:ext cx="323850" cy="400050"/>
            </a:xfrm>
            <a:custGeom>
              <a:avLst/>
              <a:gdLst>
                <a:gd name="connsiteX0" fmla="*/ 332137 w 323850"/>
                <a:gd name="connsiteY0" fmla="*/ 166116 h 400050"/>
                <a:gd name="connsiteX1" fmla="*/ 166116 w 323850"/>
                <a:gd name="connsiteY1" fmla="*/ 0 h 400050"/>
                <a:gd name="connsiteX2" fmla="*/ 0 w 323850"/>
                <a:gd name="connsiteY2" fmla="*/ 166116 h 400050"/>
                <a:gd name="connsiteX3" fmla="*/ 48482 w 323850"/>
                <a:gd name="connsiteY3" fmla="*/ 283369 h 400050"/>
                <a:gd name="connsiteX4" fmla="*/ 58198 w 323850"/>
                <a:gd name="connsiteY4" fmla="*/ 287369 h 400050"/>
                <a:gd name="connsiteX5" fmla="*/ 71723 w 323850"/>
                <a:gd name="connsiteY5" fmla="*/ 273844 h 400050"/>
                <a:gd name="connsiteX6" fmla="*/ 67628 w 323850"/>
                <a:gd name="connsiteY6" fmla="*/ 264033 h 400050"/>
                <a:gd name="connsiteX7" fmla="*/ 27051 w 323850"/>
                <a:gd name="connsiteY7" fmla="*/ 166021 h 400050"/>
                <a:gd name="connsiteX8" fmla="*/ 166116 w 323850"/>
                <a:gd name="connsiteY8" fmla="*/ 26956 h 400050"/>
                <a:gd name="connsiteX9" fmla="*/ 305181 w 323850"/>
                <a:gd name="connsiteY9" fmla="*/ 166021 h 400050"/>
                <a:gd name="connsiteX10" fmla="*/ 264414 w 323850"/>
                <a:gd name="connsiteY10" fmla="*/ 264319 h 400050"/>
                <a:gd name="connsiteX11" fmla="*/ 146971 w 323850"/>
                <a:gd name="connsiteY11" fmla="*/ 381762 h 400050"/>
                <a:gd name="connsiteX12" fmla="*/ 166116 w 323850"/>
                <a:gd name="connsiteY12" fmla="*/ 400907 h 400050"/>
                <a:gd name="connsiteX13" fmla="*/ 283655 w 323850"/>
                <a:gd name="connsiteY13" fmla="*/ 283369 h 400050"/>
                <a:gd name="connsiteX14" fmla="*/ 332137 w 323850"/>
                <a:gd name="connsiteY14" fmla="*/ 166116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23850" h="400050">
                  <a:moveTo>
                    <a:pt x="332137" y="166116"/>
                  </a:moveTo>
                  <a:cubicBezTo>
                    <a:pt x="332137" y="74390"/>
                    <a:pt x="257842" y="0"/>
                    <a:pt x="166116" y="0"/>
                  </a:cubicBezTo>
                  <a:cubicBezTo>
                    <a:pt x="74390" y="0"/>
                    <a:pt x="0" y="74390"/>
                    <a:pt x="0" y="166116"/>
                  </a:cubicBezTo>
                  <a:cubicBezTo>
                    <a:pt x="0" y="211931"/>
                    <a:pt x="18574" y="253460"/>
                    <a:pt x="48482" y="283369"/>
                  </a:cubicBezTo>
                  <a:cubicBezTo>
                    <a:pt x="51054" y="285941"/>
                    <a:pt x="54388" y="287369"/>
                    <a:pt x="58198" y="287369"/>
                  </a:cubicBezTo>
                  <a:cubicBezTo>
                    <a:pt x="65627" y="287369"/>
                    <a:pt x="71723" y="281273"/>
                    <a:pt x="71723" y="273844"/>
                  </a:cubicBezTo>
                  <a:cubicBezTo>
                    <a:pt x="71723" y="270034"/>
                    <a:pt x="70104" y="266605"/>
                    <a:pt x="67628" y="264033"/>
                  </a:cubicBezTo>
                  <a:cubicBezTo>
                    <a:pt x="42672" y="239078"/>
                    <a:pt x="27051" y="204216"/>
                    <a:pt x="27051" y="166021"/>
                  </a:cubicBezTo>
                  <a:cubicBezTo>
                    <a:pt x="27051" y="89345"/>
                    <a:pt x="89440" y="26956"/>
                    <a:pt x="166116" y="26956"/>
                  </a:cubicBezTo>
                  <a:cubicBezTo>
                    <a:pt x="242792" y="26956"/>
                    <a:pt x="305181" y="89345"/>
                    <a:pt x="305181" y="166021"/>
                  </a:cubicBezTo>
                  <a:cubicBezTo>
                    <a:pt x="305181" y="204406"/>
                    <a:pt x="289560" y="239173"/>
                    <a:pt x="264414" y="264319"/>
                  </a:cubicBezTo>
                  <a:lnTo>
                    <a:pt x="146971" y="381762"/>
                  </a:lnTo>
                  <a:lnTo>
                    <a:pt x="166116" y="400907"/>
                  </a:lnTo>
                  <a:lnTo>
                    <a:pt x="283655" y="283369"/>
                  </a:lnTo>
                  <a:cubicBezTo>
                    <a:pt x="313563" y="253365"/>
                    <a:pt x="332137" y="211931"/>
                    <a:pt x="332137" y="16611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18" name="Мосгортранс" hidden="1">
            <a:extLst>
              <a:ext uri="{FF2B5EF4-FFF2-40B4-BE49-F238E27FC236}">
                <a16:creationId xmlns:a16="http://schemas.microsoft.com/office/drawing/2014/main" id="{C74690CF-7FFF-4406-8357-7E58FC0B9F8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54294" y="6388794"/>
            <a:ext cx="879328" cy="319479"/>
            <a:chOff x="6217253" y="1957387"/>
            <a:chExt cx="1101090" cy="400050"/>
          </a:xfrm>
          <a:solidFill>
            <a:srgbClr val="0A51A1"/>
          </a:solidFill>
        </p:grpSpPr>
        <p:sp>
          <p:nvSpPr>
            <p:cNvPr id="119" name="Полилиния: фигура 118">
              <a:extLst>
                <a:ext uri="{FF2B5EF4-FFF2-40B4-BE49-F238E27FC236}">
                  <a16:creationId xmlns:a16="http://schemas.microsoft.com/office/drawing/2014/main" id="{862F4F3A-7167-4828-B0BF-4B2BF1BE967E}"/>
                </a:ext>
              </a:extLst>
            </p:cNvPr>
            <p:cNvSpPr/>
            <p:nvPr/>
          </p:nvSpPr>
          <p:spPr>
            <a:xfrm>
              <a:off x="6633782" y="2090928"/>
              <a:ext cx="104775" cy="66675"/>
            </a:xfrm>
            <a:custGeom>
              <a:avLst/>
              <a:gdLst>
                <a:gd name="connsiteX0" fmla="*/ 0 w 104775"/>
                <a:gd name="connsiteY0" fmla="*/ 74771 h 66675"/>
                <a:gd name="connsiteX1" fmla="*/ 24574 w 104775"/>
                <a:gd name="connsiteY1" fmla="*/ 0 h 66675"/>
                <a:gd name="connsiteX2" fmla="*/ 37243 w 104775"/>
                <a:gd name="connsiteY2" fmla="*/ 0 h 66675"/>
                <a:gd name="connsiteX3" fmla="*/ 54578 w 104775"/>
                <a:gd name="connsiteY3" fmla="*/ 50673 h 66675"/>
                <a:gd name="connsiteX4" fmla="*/ 54769 w 104775"/>
                <a:gd name="connsiteY4" fmla="*/ 50673 h 66675"/>
                <a:gd name="connsiteX5" fmla="*/ 71818 w 104775"/>
                <a:gd name="connsiteY5" fmla="*/ 0 h 66675"/>
                <a:gd name="connsiteX6" fmla="*/ 84487 w 104775"/>
                <a:gd name="connsiteY6" fmla="*/ 0 h 66675"/>
                <a:gd name="connsiteX7" fmla="*/ 108966 w 104775"/>
                <a:gd name="connsiteY7" fmla="*/ 74771 h 66675"/>
                <a:gd name="connsiteX8" fmla="*/ 90868 w 104775"/>
                <a:gd name="connsiteY8" fmla="*/ 74771 h 66675"/>
                <a:gd name="connsiteX9" fmla="*/ 77724 w 104775"/>
                <a:gd name="connsiteY9" fmla="*/ 31147 h 66675"/>
                <a:gd name="connsiteX10" fmla="*/ 77533 w 104775"/>
                <a:gd name="connsiteY10" fmla="*/ 31147 h 66675"/>
                <a:gd name="connsiteX11" fmla="*/ 61913 w 104775"/>
                <a:gd name="connsiteY11" fmla="*/ 74771 h 66675"/>
                <a:gd name="connsiteX12" fmla="*/ 46863 w 104775"/>
                <a:gd name="connsiteY12" fmla="*/ 74771 h 66675"/>
                <a:gd name="connsiteX13" fmla="*/ 31242 w 104775"/>
                <a:gd name="connsiteY13" fmla="*/ 31147 h 66675"/>
                <a:gd name="connsiteX14" fmla="*/ 31051 w 104775"/>
                <a:gd name="connsiteY14" fmla="*/ 31147 h 66675"/>
                <a:gd name="connsiteX15" fmla="*/ 17907 w 104775"/>
                <a:gd name="connsiteY15" fmla="*/ 74771 h 66675"/>
                <a:gd name="connsiteX16" fmla="*/ 0 w 104775"/>
                <a:gd name="connsiteY16" fmla="*/ 7477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4775" h="66675">
                  <a:moveTo>
                    <a:pt x="0" y="74771"/>
                  </a:moveTo>
                  <a:lnTo>
                    <a:pt x="24574" y="0"/>
                  </a:lnTo>
                  <a:lnTo>
                    <a:pt x="37243" y="0"/>
                  </a:lnTo>
                  <a:lnTo>
                    <a:pt x="54578" y="50673"/>
                  </a:lnTo>
                  <a:lnTo>
                    <a:pt x="54769" y="50673"/>
                  </a:lnTo>
                  <a:lnTo>
                    <a:pt x="71818" y="0"/>
                  </a:lnTo>
                  <a:lnTo>
                    <a:pt x="84487" y="0"/>
                  </a:lnTo>
                  <a:lnTo>
                    <a:pt x="108966" y="74771"/>
                  </a:lnTo>
                  <a:lnTo>
                    <a:pt x="90868" y="74771"/>
                  </a:lnTo>
                  <a:lnTo>
                    <a:pt x="77724" y="31147"/>
                  </a:lnTo>
                  <a:lnTo>
                    <a:pt x="77533" y="31147"/>
                  </a:lnTo>
                  <a:lnTo>
                    <a:pt x="61913" y="74771"/>
                  </a:lnTo>
                  <a:lnTo>
                    <a:pt x="46863" y="74771"/>
                  </a:lnTo>
                  <a:lnTo>
                    <a:pt x="31242" y="31147"/>
                  </a:lnTo>
                  <a:lnTo>
                    <a:pt x="31051" y="31147"/>
                  </a:lnTo>
                  <a:lnTo>
                    <a:pt x="17907" y="74771"/>
                  </a:lnTo>
                  <a:lnTo>
                    <a:pt x="0" y="7477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Полилиния: фигура 119">
              <a:extLst>
                <a:ext uri="{FF2B5EF4-FFF2-40B4-BE49-F238E27FC236}">
                  <a16:creationId xmlns:a16="http://schemas.microsoft.com/office/drawing/2014/main" id="{EABBAB39-A923-4260-A346-AC8E0F8B8512}"/>
                </a:ext>
              </a:extLst>
            </p:cNvPr>
            <p:cNvSpPr/>
            <p:nvPr/>
          </p:nvSpPr>
          <p:spPr>
            <a:xfrm>
              <a:off x="6747510" y="2110454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3 w 47625"/>
                <a:gd name="connsiteY1" fmla="*/ 0 h 47625"/>
                <a:gd name="connsiteX2" fmla="*/ 55150 w 47625"/>
                <a:gd name="connsiteY2" fmla="*/ 28099 h 47625"/>
                <a:gd name="connsiteX3" fmla="*/ 27623 w 47625"/>
                <a:gd name="connsiteY3" fmla="*/ 56483 h 47625"/>
                <a:gd name="connsiteX4" fmla="*/ 0 w 47625"/>
                <a:gd name="connsiteY4" fmla="*/ 28099 h 47625"/>
                <a:gd name="connsiteX5" fmla="*/ 39053 w 47625"/>
                <a:gd name="connsiteY5" fmla="*/ 28099 h 47625"/>
                <a:gd name="connsiteX6" fmla="*/ 27718 w 47625"/>
                <a:gd name="connsiteY6" fmla="*/ 13907 h 47625"/>
                <a:gd name="connsiteX7" fmla="*/ 16288 w 47625"/>
                <a:gd name="connsiteY7" fmla="*/ 28099 h 47625"/>
                <a:gd name="connsiteX8" fmla="*/ 27718 w 47625"/>
                <a:gd name="connsiteY8" fmla="*/ 42672 h 47625"/>
                <a:gd name="connsiteX9" fmla="*/ 39053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>
                  <a:moveTo>
                    <a:pt x="0" y="28099"/>
                  </a:moveTo>
                  <a:cubicBezTo>
                    <a:pt x="0" y="11621"/>
                    <a:pt x="11335" y="0"/>
                    <a:pt x="27623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3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9053" y="28099"/>
                  </a:moveTo>
                  <a:cubicBezTo>
                    <a:pt x="39053" y="19717"/>
                    <a:pt x="34766" y="13907"/>
                    <a:pt x="27718" y="13907"/>
                  </a:cubicBezTo>
                  <a:cubicBezTo>
                    <a:pt x="20669" y="13907"/>
                    <a:pt x="16288" y="19812"/>
                    <a:pt x="16288" y="28099"/>
                  </a:cubicBezTo>
                  <a:cubicBezTo>
                    <a:pt x="16288" y="36195"/>
                    <a:pt x="20669" y="42672"/>
                    <a:pt x="27718" y="42672"/>
                  </a:cubicBezTo>
                  <a:cubicBezTo>
                    <a:pt x="34766" y="42577"/>
                    <a:pt x="39053" y="36195"/>
                    <a:pt x="39053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Полилиния: фигура 120">
              <a:extLst>
                <a:ext uri="{FF2B5EF4-FFF2-40B4-BE49-F238E27FC236}">
                  <a16:creationId xmlns:a16="http://schemas.microsoft.com/office/drawing/2014/main" id="{368504B3-6F87-4FF4-8BBC-EAA6193325EC}"/>
                </a:ext>
              </a:extLst>
            </p:cNvPr>
            <p:cNvSpPr/>
            <p:nvPr/>
          </p:nvSpPr>
          <p:spPr>
            <a:xfrm>
              <a:off x="6810661" y="2110454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5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5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5"/>
                    <a:pt x="20574" y="42672"/>
                    <a:pt x="27622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Полилиния: фигура 121">
              <a:extLst>
                <a:ext uri="{FF2B5EF4-FFF2-40B4-BE49-F238E27FC236}">
                  <a16:creationId xmlns:a16="http://schemas.microsoft.com/office/drawing/2014/main" id="{CEFE4E7B-4D99-45CB-A822-C4FB8E7D96B1}"/>
                </a:ext>
              </a:extLst>
            </p:cNvPr>
            <p:cNvSpPr/>
            <p:nvPr/>
          </p:nvSpPr>
          <p:spPr>
            <a:xfrm>
              <a:off x="6867239" y="2111692"/>
              <a:ext cx="28575" cy="47625"/>
            </a:xfrm>
            <a:custGeom>
              <a:avLst/>
              <a:gdLst>
                <a:gd name="connsiteX0" fmla="*/ 95 w 28575"/>
                <a:gd name="connsiteY0" fmla="*/ 0 h 47625"/>
                <a:gd name="connsiteX1" fmla="*/ 38005 w 28575"/>
                <a:gd name="connsiteY1" fmla="*/ 0 h 47625"/>
                <a:gd name="connsiteX2" fmla="*/ 32956 w 28575"/>
                <a:gd name="connsiteY2" fmla="*/ 13526 h 47625"/>
                <a:gd name="connsiteX3" fmla="*/ 15621 w 28575"/>
                <a:gd name="connsiteY3" fmla="*/ 13526 h 47625"/>
                <a:gd name="connsiteX4" fmla="*/ 15621 w 28575"/>
                <a:gd name="connsiteY4" fmla="*/ 53912 h 47625"/>
                <a:gd name="connsiteX5" fmla="*/ 0 w 28575"/>
                <a:gd name="connsiteY5" fmla="*/ 53912 h 47625"/>
                <a:gd name="connsiteX6" fmla="*/ 0 w 28575"/>
                <a:gd name="connsiteY6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575" h="47625">
                  <a:moveTo>
                    <a:pt x="95" y="0"/>
                  </a:moveTo>
                  <a:lnTo>
                    <a:pt x="38005" y="0"/>
                  </a:lnTo>
                  <a:lnTo>
                    <a:pt x="32956" y="13526"/>
                  </a:lnTo>
                  <a:lnTo>
                    <a:pt x="15621" y="13526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Полилиния: фигура 122">
              <a:extLst>
                <a:ext uri="{FF2B5EF4-FFF2-40B4-BE49-F238E27FC236}">
                  <a16:creationId xmlns:a16="http://schemas.microsoft.com/office/drawing/2014/main" id="{EAC59964-DAEE-4861-A8C8-5C75925E2467}"/>
                </a:ext>
              </a:extLst>
            </p:cNvPr>
            <p:cNvSpPr/>
            <p:nvPr/>
          </p:nvSpPr>
          <p:spPr>
            <a:xfrm>
              <a:off x="6909530" y="2110454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2 w 47625"/>
                <a:gd name="connsiteY1" fmla="*/ 0 h 47625"/>
                <a:gd name="connsiteX2" fmla="*/ 55150 w 47625"/>
                <a:gd name="connsiteY2" fmla="*/ 28099 h 47625"/>
                <a:gd name="connsiteX3" fmla="*/ 27622 w 47625"/>
                <a:gd name="connsiteY3" fmla="*/ 56483 h 47625"/>
                <a:gd name="connsiteX4" fmla="*/ 0 w 47625"/>
                <a:gd name="connsiteY4" fmla="*/ 28099 h 47625"/>
                <a:gd name="connsiteX5" fmla="*/ 39052 w 47625"/>
                <a:gd name="connsiteY5" fmla="*/ 28099 h 47625"/>
                <a:gd name="connsiteX6" fmla="*/ 27718 w 47625"/>
                <a:gd name="connsiteY6" fmla="*/ 13907 h 47625"/>
                <a:gd name="connsiteX7" fmla="*/ 16288 w 47625"/>
                <a:gd name="connsiteY7" fmla="*/ 28099 h 47625"/>
                <a:gd name="connsiteX8" fmla="*/ 27718 w 47625"/>
                <a:gd name="connsiteY8" fmla="*/ 42672 h 47625"/>
                <a:gd name="connsiteX9" fmla="*/ 39052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>
                  <a:moveTo>
                    <a:pt x="0" y="28099"/>
                  </a:moveTo>
                  <a:cubicBezTo>
                    <a:pt x="0" y="11621"/>
                    <a:pt x="11335" y="0"/>
                    <a:pt x="27622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2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9052" y="28099"/>
                  </a:moveTo>
                  <a:cubicBezTo>
                    <a:pt x="39052" y="19717"/>
                    <a:pt x="34766" y="13907"/>
                    <a:pt x="27718" y="13907"/>
                  </a:cubicBezTo>
                  <a:cubicBezTo>
                    <a:pt x="20669" y="13907"/>
                    <a:pt x="16288" y="19812"/>
                    <a:pt x="16288" y="28099"/>
                  </a:cubicBezTo>
                  <a:cubicBezTo>
                    <a:pt x="16288" y="36195"/>
                    <a:pt x="20669" y="42672"/>
                    <a:pt x="27718" y="42672"/>
                  </a:cubicBezTo>
                  <a:cubicBezTo>
                    <a:pt x="34766" y="42577"/>
                    <a:pt x="39052" y="36195"/>
                    <a:pt x="39052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Полилиния: фигура 123">
              <a:extLst>
                <a:ext uri="{FF2B5EF4-FFF2-40B4-BE49-F238E27FC236}">
                  <a16:creationId xmlns:a16="http://schemas.microsoft.com/office/drawing/2014/main" id="{CADA0449-8763-4091-910E-E6CA041EB836}"/>
                </a:ext>
              </a:extLst>
            </p:cNvPr>
            <p:cNvSpPr/>
            <p:nvPr/>
          </p:nvSpPr>
          <p:spPr>
            <a:xfrm>
              <a:off x="6976205" y="2110358"/>
              <a:ext cx="47625" cy="66675"/>
            </a:xfrm>
            <a:custGeom>
              <a:avLst/>
              <a:gdLst>
                <a:gd name="connsiteX0" fmla="*/ 15621 w 47625"/>
                <a:gd name="connsiteY0" fmla="*/ 75057 h 66675"/>
                <a:gd name="connsiteX1" fmla="*/ 0 w 47625"/>
                <a:gd name="connsiteY1" fmla="*/ 75057 h 66675"/>
                <a:gd name="connsiteX2" fmla="*/ 0 w 47625"/>
                <a:gd name="connsiteY2" fmla="*/ 1334 h 66675"/>
                <a:gd name="connsiteX3" fmla="*/ 15621 w 47625"/>
                <a:gd name="connsiteY3" fmla="*/ 1334 h 66675"/>
                <a:gd name="connsiteX4" fmla="*/ 15621 w 47625"/>
                <a:gd name="connsiteY4" fmla="*/ 6668 h 66675"/>
                <a:gd name="connsiteX5" fmla="*/ 15812 w 47625"/>
                <a:gd name="connsiteY5" fmla="*/ 6668 h 66675"/>
                <a:gd name="connsiteX6" fmla="*/ 30956 w 47625"/>
                <a:gd name="connsiteY6" fmla="*/ 0 h 66675"/>
                <a:gd name="connsiteX7" fmla="*/ 55626 w 47625"/>
                <a:gd name="connsiteY7" fmla="*/ 28099 h 66675"/>
                <a:gd name="connsiteX8" fmla="*/ 30956 w 47625"/>
                <a:gd name="connsiteY8" fmla="*/ 56483 h 66675"/>
                <a:gd name="connsiteX9" fmla="*/ 15812 w 47625"/>
                <a:gd name="connsiteY9" fmla="*/ 49816 h 66675"/>
                <a:gd name="connsiteX10" fmla="*/ 15621 w 47625"/>
                <a:gd name="connsiteY10" fmla="*/ 49816 h 66675"/>
                <a:gd name="connsiteX11" fmla="*/ 15621 w 47625"/>
                <a:gd name="connsiteY11" fmla="*/ 75057 h 66675"/>
                <a:gd name="connsiteX12" fmla="*/ 27242 w 47625"/>
                <a:gd name="connsiteY12" fmla="*/ 42482 h 66675"/>
                <a:gd name="connsiteX13" fmla="*/ 39433 w 47625"/>
                <a:gd name="connsiteY13" fmla="*/ 28099 h 66675"/>
                <a:gd name="connsiteX14" fmla="*/ 27242 w 47625"/>
                <a:gd name="connsiteY14" fmla="*/ 14002 h 66675"/>
                <a:gd name="connsiteX15" fmla="*/ 14954 w 47625"/>
                <a:gd name="connsiteY15" fmla="*/ 28099 h 66675"/>
                <a:gd name="connsiteX16" fmla="*/ 27242 w 47625"/>
                <a:gd name="connsiteY16" fmla="*/ 4248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66675">
                  <a:moveTo>
                    <a:pt x="15621" y="75057"/>
                  </a:moveTo>
                  <a:lnTo>
                    <a:pt x="0" y="75057"/>
                  </a:lnTo>
                  <a:lnTo>
                    <a:pt x="0" y="1334"/>
                  </a:lnTo>
                  <a:lnTo>
                    <a:pt x="15621" y="1334"/>
                  </a:lnTo>
                  <a:lnTo>
                    <a:pt x="15621" y="6668"/>
                  </a:lnTo>
                  <a:lnTo>
                    <a:pt x="15812" y="6668"/>
                  </a:lnTo>
                  <a:cubicBezTo>
                    <a:pt x="18193" y="3810"/>
                    <a:pt x="22765" y="0"/>
                    <a:pt x="30956" y="0"/>
                  </a:cubicBezTo>
                  <a:cubicBezTo>
                    <a:pt x="45053" y="0"/>
                    <a:pt x="55626" y="11621"/>
                    <a:pt x="55626" y="28099"/>
                  </a:cubicBezTo>
                  <a:cubicBezTo>
                    <a:pt x="55626" y="44672"/>
                    <a:pt x="45053" y="56483"/>
                    <a:pt x="30956" y="56483"/>
                  </a:cubicBezTo>
                  <a:cubicBezTo>
                    <a:pt x="22765" y="56483"/>
                    <a:pt x="18097" y="52769"/>
                    <a:pt x="15812" y="49816"/>
                  </a:cubicBezTo>
                  <a:lnTo>
                    <a:pt x="15621" y="49816"/>
                  </a:lnTo>
                  <a:lnTo>
                    <a:pt x="15621" y="75057"/>
                  </a:lnTo>
                  <a:close/>
                  <a:moveTo>
                    <a:pt x="27242" y="42482"/>
                  </a:moveTo>
                  <a:cubicBezTo>
                    <a:pt x="34385" y="42482"/>
                    <a:pt x="39433" y="36385"/>
                    <a:pt x="39433" y="28099"/>
                  </a:cubicBezTo>
                  <a:cubicBezTo>
                    <a:pt x="39433" y="20193"/>
                    <a:pt x="34385" y="14002"/>
                    <a:pt x="27242" y="14002"/>
                  </a:cubicBezTo>
                  <a:cubicBezTo>
                    <a:pt x="20098" y="14002"/>
                    <a:pt x="14954" y="20193"/>
                    <a:pt x="14954" y="28099"/>
                  </a:cubicBezTo>
                  <a:cubicBezTo>
                    <a:pt x="14954" y="36385"/>
                    <a:pt x="20098" y="42482"/>
                    <a:pt x="27242" y="4248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Полилиния: фигура 124">
              <a:extLst>
                <a:ext uri="{FF2B5EF4-FFF2-40B4-BE49-F238E27FC236}">
                  <a16:creationId xmlns:a16="http://schemas.microsoft.com/office/drawing/2014/main" id="{16CFC134-5A57-4E09-BA5E-09180E2EA5BB}"/>
                </a:ext>
              </a:extLst>
            </p:cNvPr>
            <p:cNvSpPr/>
            <p:nvPr/>
          </p:nvSpPr>
          <p:spPr>
            <a:xfrm>
              <a:off x="7038022" y="2111692"/>
              <a:ext cx="47625" cy="47625"/>
            </a:xfrm>
            <a:custGeom>
              <a:avLst/>
              <a:gdLst>
                <a:gd name="connsiteX0" fmla="*/ 15812 w 47625"/>
                <a:gd name="connsiteY0" fmla="*/ 13621 h 47625"/>
                <a:gd name="connsiteX1" fmla="*/ 0 w 47625"/>
                <a:gd name="connsiteY1" fmla="*/ 13621 h 47625"/>
                <a:gd name="connsiteX2" fmla="*/ 0 w 47625"/>
                <a:gd name="connsiteY2" fmla="*/ 0 h 47625"/>
                <a:gd name="connsiteX3" fmla="*/ 48482 w 47625"/>
                <a:gd name="connsiteY3" fmla="*/ 0 h 47625"/>
                <a:gd name="connsiteX4" fmla="*/ 43434 w 47625"/>
                <a:gd name="connsiteY4" fmla="*/ 13526 h 47625"/>
                <a:gd name="connsiteX5" fmla="*/ 31337 w 47625"/>
                <a:gd name="connsiteY5" fmla="*/ 13526 h 47625"/>
                <a:gd name="connsiteX6" fmla="*/ 31337 w 47625"/>
                <a:gd name="connsiteY6" fmla="*/ 53912 h 47625"/>
                <a:gd name="connsiteX7" fmla="*/ 15716 w 47625"/>
                <a:gd name="connsiteY7" fmla="*/ 53912 h 47625"/>
                <a:gd name="connsiteX8" fmla="*/ 15716 w 47625"/>
                <a:gd name="connsiteY8" fmla="*/ 13621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625" h="47625">
                  <a:moveTo>
                    <a:pt x="15812" y="13621"/>
                  </a:moveTo>
                  <a:lnTo>
                    <a:pt x="0" y="13621"/>
                  </a:lnTo>
                  <a:lnTo>
                    <a:pt x="0" y="0"/>
                  </a:lnTo>
                  <a:lnTo>
                    <a:pt x="48482" y="0"/>
                  </a:lnTo>
                  <a:lnTo>
                    <a:pt x="43434" y="13526"/>
                  </a:lnTo>
                  <a:lnTo>
                    <a:pt x="31337" y="13526"/>
                  </a:lnTo>
                  <a:lnTo>
                    <a:pt x="31337" y="53912"/>
                  </a:lnTo>
                  <a:lnTo>
                    <a:pt x="15716" y="53912"/>
                  </a:lnTo>
                  <a:lnTo>
                    <a:pt x="15716" y="1362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Полилиния: фигура 125">
              <a:extLst>
                <a:ext uri="{FF2B5EF4-FFF2-40B4-BE49-F238E27FC236}">
                  <a16:creationId xmlns:a16="http://schemas.microsoft.com/office/drawing/2014/main" id="{F1BDB5D4-DD9C-446F-8873-008D6E8C5A98}"/>
                </a:ext>
              </a:extLst>
            </p:cNvPr>
            <p:cNvSpPr/>
            <p:nvPr/>
          </p:nvSpPr>
          <p:spPr>
            <a:xfrm>
              <a:off x="7094125" y="2110358"/>
              <a:ext cx="47625" cy="66675"/>
            </a:xfrm>
            <a:custGeom>
              <a:avLst/>
              <a:gdLst>
                <a:gd name="connsiteX0" fmla="*/ 15621 w 47625"/>
                <a:gd name="connsiteY0" fmla="*/ 75057 h 66675"/>
                <a:gd name="connsiteX1" fmla="*/ 0 w 47625"/>
                <a:gd name="connsiteY1" fmla="*/ 75057 h 66675"/>
                <a:gd name="connsiteX2" fmla="*/ 0 w 47625"/>
                <a:gd name="connsiteY2" fmla="*/ 1334 h 66675"/>
                <a:gd name="connsiteX3" fmla="*/ 15621 w 47625"/>
                <a:gd name="connsiteY3" fmla="*/ 1334 h 66675"/>
                <a:gd name="connsiteX4" fmla="*/ 15621 w 47625"/>
                <a:gd name="connsiteY4" fmla="*/ 6668 h 66675"/>
                <a:gd name="connsiteX5" fmla="*/ 15812 w 47625"/>
                <a:gd name="connsiteY5" fmla="*/ 6668 h 66675"/>
                <a:gd name="connsiteX6" fmla="*/ 30956 w 47625"/>
                <a:gd name="connsiteY6" fmla="*/ 0 h 66675"/>
                <a:gd name="connsiteX7" fmla="*/ 55626 w 47625"/>
                <a:gd name="connsiteY7" fmla="*/ 28099 h 66675"/>
                <a:gd name="connsiteX8" fmla="*/ 30956 w 47625"/>
                <a:gd name="connsiteY8" fmla="*/ 56483 h 66675"/>
                <a:gd name="connsiteX9" fmla="*/ 15812 w 47625"/>
                <a:gd name="connsiteY9" fmla="*/ 49816 h 66675"/>
                <a:gd name="connsiteX10" fmla="*/ 15621 w 47625"/>
                <a:gd name="connsiteY10" fmla="*/ 49816 h 66675"/>
                <a:gd name="connsiteX11" fmla="*/ 15621 w 47625"/>
                <a:gd name="connsiteY11" fmla="*/ 75057 h 66675"/>
                <a:gd name="connsiteX12" fmla="*/ 27242 w 47625"/>
                <a:gd name="connsiteY12" fmla="*/ 42482 h 66675"/>
                <a:gd name="connsiteX13" fmla="*/ 39433 w 47625"/>
                <a:gd name="connsiteY13" fmla="*/ 28099 h 66675"/>
                <a:gd name="connsiteX14" fmla="*/ 27242 w 47625"/>
                <a:gd name="connsiteY14" fmla="*/ 14002 h 66675"/>
                <a:gd name="connsiteX15" fmla="*/ 14954 w 47625"/>
                <a:gd name="connsiteY15" fmla="*/ 28099 h 66675"/>
                <a:gd name="connsiteX16" fmla="*/ 27242 w 47625"/>
                <a:gd name="connsiteY16" fmla="*/ 4248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66675">
                  <a:moveTo>
                    <a:pt x="15621" y="75057"/>
                  </a:moveTo>
                  <a:lnTo>
                    <a:pt x="0" y="75057"/>
                  </a:lnTo>
                  <a:lnTo>
                    <a:pt x="0" y="1334"/>
                  </a:lnTo>
                  <a:lnTo>
                    <a:pt x="15621" y="1334"/>
                  </a:lnTo>
                  <a:lnTo>
                    <a:pt x="15621" y="6668"/>
                  </a:lnTo>
                  <a:lnTo>
                    <a:pt x="15812" y="6668"/>
                  </a:lnTo>
                  <a:cubicBezTo>
                    <a:pt x="18193" y="3810"/>
                    <a:pt x="22765" y="0"/>
                    <a:pt x="30956" y="0"/>
                  </a:cubicBezTo>
                  <a:cubicBezTo>
                    <a:pt x="45053" y="0"/>
                    <a:pt x="55626" y="11621"/>
                    <a:pt x="55626" y="28099"/>
                  </a:cubicBezTo>
                  <a:cubicBezTo>
                    <a:pt x="55626" y="44672"/>
                    <a:pt x="45053" y="56483"/>
                    <a:pt x="30956" y="56483"/>
                  </a:cubicBezTo>
                  <a:cubicBezTo>
                    <a:pt x="22765" y="56483"/>
                    <a:pt x="18098" y="52769"/>
                    <a:pt x="15812" y="49816"/>
                  </a:cubicBezTo>
                  <a:lnTo>
                    <a:pt x="15621" y="49816"/>
                  </a:lnTo>
                  <a:lnTo>
                    <a:pt x="15621" y="75057"/>
                  </a:lnTo>
                  <a:close/>
                  <a:moveTo>
                    <a:pt x="27242" y="42482"/>
                  </a:moveTo>
                  <a:cubicBezTo>
                    <a:pt x="34385" y="42482"/>
                    <a:pt x="39433" y="36385"/>
                    <a:pt x="39433" y="28099"/>
                  </a:cubicBezTo>
                  <a:cubicBezTo>
                    <a:pt x="39433" y="20193"/>
                    <a:pt x="34385" y="14002"/>
                    <a:pt x="27242" y="14002"/>
                  </a:cubicBezTo>
                  <a:cubicBezTo>
                    <a:pt x="20098" y="14002"/>
                    <a:pt x="14954" y="20193"/>
                    <a:pt x="14954" y="28099"/>
                  </a:cubicBezTo>
                  <a:cubicBezTo>
                    <a:pt x="14954" y="36385"/>
                    <a:pt x="20098" y="42482"/>
                    <a:pt x="27242" y="4248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Полилиния: фигура 126">
              <a:extLst>
                <a:ext uri="{FF2B5EF4-FFF2-40B4-BE49-F238E27FC236}">
                  <a16:creationId xmlns:a16="http://schemas.microsoft.com/office/drawing/2014/main" id="{B051E84F-D9D1-4F99-8F7E-0153BB180D88}"/>
                </a:ext>
              </a:extLst>
            </p:cNvPr>
            <p:cNvSpPr/>
            <p:nvPr/>
          </p:nvSpPr>
          <p:spPr>
            <a:xfrm>
              <a:off x="7157275" y="2110263"/>
              <a:ext cx="47625" cy="47625"/>
            </a:xfrm>
            <a:custGeom>
              <a:avLst/>
              <a:gdLst>
                <a:gd name="connsiteX0" fmla="*/ 0 w 47625"/>
                <a:gd name="connsiteY0" fmla="*/ 38481 h 47625"/>
                <a:gd name="connsiteX1" fmla="*/ 23813 w 47625"/>
                <a:gd name="connsiteY1" fmla="*/ 20860 h 47625"/>
                <a:gd name="connsiteX2" fmla="*/ 32861 w 47625"/>
                <a:gd name="connsiteY2" fmla="*/ 21431 h 47625"/>
                <a:gd name="connsiteX3" fmla="*/ 32861 w 47625"/>
                <a:gd name="connsiteY3" fmla="*/ 20669 h 47625"/>
                <a:gd name="connsiteX4" fmla="*/ 24194 w 47625"/>
                <a:gd name="connsiteY4" fmla="*/ 13811 h 47625"/>
                <a:gd name="connsiteX5" fmla="*/ 11621 w 47625"/>
                <a:gd name="connsiteY5" fmla="*/ 17717 h 47625"/>
                <a:gd name="connsiteX6" fmla="*/ 2476 w 47625"/>
                <a:gd name="connsiteY6" fmla="*/ 8382 h 47625"/>
                <a:gd name="connsiteX7" fmla="*/ 24955 w 47625"/>
                <a:gd name="connsiteY7" fmla="*/ 0 h 47625"/>
                <a:gd name="connsiteX8" fmla="*/ 48578 w 47625"/>
                <a:gd name="connsiteY8" fmla="*/ 20955 h 47625"/>
                <a:gd name="connsiteX9" fmla="*/ 48578 w 47625"/>
                <a:gd name="connsiteY9" fmla="*/ 55245 h 47625"/>
                <a:gd name="connsiteX10" fmla="*/ 33147 w 47625"/>
                <a:gd name="connsiteY10" fmla="*/ 55245 h 47625"/>
                <a:gd name="connsiteX11" fmla="*/ 33147 w 47625"/>
                <a:gd name="connsiteY11" fmla="*/ 49816 h 47625"/>
                <a:gd name="connsiteX12" fmla="*/ 32957 w 47625"/>
                <a:gd name="connsiteY12" fmla="*/ 49816 h 47625"/>
                <a:gd name="connsiteX13" fmla="*/ 18479 w 47625"/>
                <a:gd name="connsiteY13" fmla="*/ 56579 h 47625"/>
                <a:gd name="connsiteX14" fmla="*/ 0 w 47625"/>
                <a:gd name="connsiteY14" fmla="*/ 38481 h 47625"/>
                <a:gd name="connsiteX15" fmla="*/ 32861 w 47625"/>
                <a:gd name="connsiteY15" fmla="*/ 34766 h 47625"/>
                <a:gd name="connsiteX16" fmla="*/ 32861 w 47625"/>
                <a:gd name="connsiteY16" fmla="*/ 32957 h 47625"/>
                <a:gd name="connsiteX17" fmla="*/ 26003 w 47625"/>
                <a:gd name="connsiteY17" fmla="*/ 32195 h 47625"/>
                <a:gd name="connsiteX18" fmla="*/ 15716 w 47625"/>
                <a:gd name="connsiteY18" fmla="*/ 38386 h 47625"/>
                <a:gd name="connsiteX19" fmla="*/ 23146 w 47625"/>
                <a:gd name="connsiteY19" fmla="*/ 44482 h 47625"/>
                <a:gd name="connsiteX20" fmla="*/ 32861 w 47625"/>
                <a:gd name="connsiteY20" fmla="*/ 3476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>
                  <a:moveTo>
                    <a:pt x="0" y="38481"/>
                  </a:moveTo>
                  <a:cubicBezTo>
                    <a:pt x="0" y="29909"/>
                    <a:pt x="7144" y="20860"/>
                    <a:pt x="23813" y="20860"/>
                  </a:cubicBezTo>
                  <a:cubicBezTo>
                    <a:pt x="26194" y="20860"/>
                    <a:pt x="30004" y="20955"/>
                    <a:pt x="32861" y="21431"/>
                  </a:cubicBezTo>
                  <a:lnTo>
                    <a:pt x="32861" y="20669"/>
                  </a:lnTo>
                  <a:cubicBezTo>
                    <a:pt x="32861" y="15621"/>
                    <a:pt x="28766" y="13811"/>
                    <a:pt x="24194" y="13811"/>
                  </a:cubicBezTo>
                  <a:cubicBezTo>
                    <a:pt x="20098" y="13811"/>
                    <a:pt x="15621" y="15049"/>
                    <a:pt x="11621" y="17717"/>
                  </a:cubicBezTo>
                  <a:lnTo>
                    <a:pt x="2476" y="8382"/>
                  </a:lnTo>
                  <a:cubicBezTo>
                    <a:pt x="8668" y="2572"/>
                    <a:pt x="17621" y="0"/>
                    <a:pt x="24955" y="0"/>
                  </a:cubicBezTo>
                  <a:cubicBezTo>
                    <a:pt x="39053" y="0"/>
                    <a:pt x="48578" y="8001"/>
                    <a:pt x="48578" y="20955"/>
                  </a:cubicBezTo>
                  <a:lnTo>
                    <a:pt x="48578" y="55245"/>
                  </a:lnTo>
                  <a:lnTo>
                    <a:pt x="33147" y="55245"/>
                  </a:lnTo>
                  <a:lnTo>
                    <a:pt x="33147" y="49816"/>
                  </a:lnTo>
                  <a:lnTo>
                    <a:pt x="32957" y="49816"/>
                  </a:lnTo>
                  <a:cubicBezTo>
                    <a:pt x="30194" y="54483"/>
                    <a:pt x="25146" y="56579"/>
                    <a:pt x="18479" y="56579"/>
                  </a:cubicBezTo>
                  <a:cubicBezTo>
                    <a:pt x="7811" y="56674"/>
                    <a:pt x="0" y="48863"/>
                    <a:pt x="0" y="38481"/>
                  </a:cubicBezTo>
                  <a:close/>
                  <a:moveTo>
                    <a:pt x="32861" y="34766"/>
                  </a:moveTo>
                  <a:lnTo>
                    <a:pt x="32861" y="32957"/>
                  </a:lnTo>
                  <a:cubicBezTo>
                    <a:pt x="30766" y="32576"/>
                    <a:pt x="28194" y="32195"/>
                    <a:pt x="26003" y="32195"/>
                  </a:cubicBezTo>
                  <a:cubicBezTo>
                    <a:pt x="18859" y="32195"/>
                    <a:pt x="15812" y="34766"/>
                    <a:pt x="15716" y="38386"/>
                  </a:cubicBezTo>
                  <a:cubicBezTo>
                    <a:pt x="15621" y="42005"/>
                    <a:pt x="18383" y="44577"/>
                    <a:pt x="23146" y="44482"/>
                  </a:cubicBezTo>
                  <a:cubicBezTo>
                    <a:pt x="27813" y="44387"/>
                    <a:pt x="32861" y="41624"/>
                    <a:pt x="32861" y="3476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Полилиния: фигура 127">
              <a:extLst>
                <a:ext uri="{FF2B5EF4-FFF2-40B4-BE49-F238E27FC236}">
                  <a16:creationId xmlns:a16="http://schemas.microsoft.com/office/drawing/2014/main" id="{76C199B0-73DF-4D9A-B149-3E6FF1451DBB}"/>
                </a:ext>
              </a:extLst>
            </p:cNvPr>
            <p:cNvSpPr/>
            <p:nvPr/>
          </p:nvSpPr>
          <p:spPr>
            <a:xfrm>
              <a:off x="7220045" y="2111692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19907 h 47625"/>
                <a:gd name="connsiteX3" fmla="*/ 33242 w 47625"/>
                <a:gd name="connsiteY3" fmla="*/ 19907 h 47625"/>
                <a:gd name="connsiteX4" fmla="*/ 33242 w 47625"/>
                <a:gd name="connsiteY4" fmla="*/ 0 h 47625"/>
                <a:gd name="connsiteX5" fmla="*/ 48863 w 47625"/>
                <a:gd name="connsiteY5" fmla="*/ 0 h 47625"/>
                <a:gd name="connsiteX6" fmla="*/ 48863 w 47625"/>
                <a:gd name="connsiteY6" fmla="*/ 53912 h 47625"/>
                <a:gd name="connsiteX7" fmla="*/ 33242 w 47625"/>
                <a:gd name="connsiteY7" fmla="*/ 53912 h 47625"/>
                <a:gd name="connsiteX8" fmla="*/ 33242 w 47625"/>
                <a:gd name="connsiteY8" fmla="*/ 33528 h 47625"/>
                <a:gd name="connsiteX9" fmla="*/ 15621 w 47625"/>
                <a:gd name="connsiteY9" fmla="*/ 33528 h 47625"/>
                <a:gd name="connsiteX10" fmla="*/ 15621 w 47625"/>
                <a:gd name="connsiteY10" fmla="*/ 53912 h 47625"/>
                <a:gd name="connsiteX11" fmla="*/ 0 w 47625"/>
                <a:gd name="connsiteY11" fmla="*/ 53912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>
                  <a:moveTo>
                    <a:pt x="0" y="0"/>
                  </a:moveTo>
                  <a:lnTo>
                    <a:pt x="15621" y="0"/>
                  </a:lnTo>
                  <a:lnTo>
                    <a:pt x="15621" y="19907"/>
                  </a:lnTo>
                  <a:lnTo>
                    <a:pt x="33242" y="19907"/>
                  </a:lnTo>
                  <a:lnTo>
                    <a:pt x="33242" y="0"/>
                  </a:lnTo>
                  <a:lnTo>
                    <a:pt x="48863" y="0"/>
                  </a:lnTo>
                  <a:lnTo>
                    <a:pt x="48863" y="53912"/>
                  </a:lnTo>
                  <a:lnTo>
                    <a:pt x="33242" y="53912"/>
                  </a:lnTo>
                  <a:lnTo>
                    <a:pt x="33242" y="33528"/>
                  </a:lnTo>
                  <a:lnTo>
                    <a:pt x="15621" y="33528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Полилиния: фигура 128">
              <a:extLst>
                <a:ext uri="{FF2B5EF4-FFF2-40B4-BE49-F238E27FC236}">
                  <a16:creationId xmlns:a16="http://schemas.microsoft.com/office/drawing/2014/main" id="{DC2D8945-9179-45CF-846D-41347CEFB044}"/>
                </a:ext>
              </a:extLst>
            </p:cNvPr>
            <p:cNvSpPr/>
            <p:nvPr/>
          </p:nvSpPr>
          <p:spPr>
            <a:xfrm>
              <a:off x="7280243" y="2110454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5 h 47625"/>
                <a:gd name="connsiteX4" fmla="*/ 27623 w 38100"/>
                <a:gd name="connsiteY4" fmla="*/ 13811 h 47625"/>
                <a:gd name="connsiteX5" fmla="*/ 16288 w 38100"/>
                <a:gd name="connsiteY5" fmla="*/ 28099 h 47625"/>
                <a:gd name="connsiteX6" fmla="*/ 27623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5"/>
                  </a:lnTo>
                  <a:cubicBezTo>
                    <a:pt x="34766" y="14764"/>
                    <a:pt x="31337" y="13811"/>
                    <a:pt x="27623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5"/>
                    <a:pt x="20574" y="42672"/>
                    <a:pt x="27623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7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Полилиния: фигура 129">
              <a:extLst>
                <a:ext uri="{FF2B5EF4-FFF2-40B4-BE49-F238E27FC236}">
                  <a16:creationId xmlns:a16="http://schemas.microsoft.com/office/drawing/2014/main" id="{FCD97902-8F5E-4BDC-8EA9-54C828B2FA6D}"/>
                </a:ext>
              </a:extLst>
            </p:cNvPr>
            <p:cNvSpPr/>
            <p:nvPr/>
          </p:nvSpPr>
          <p:spPr>
            <a:xfrm>
              <a:off x="6217253" y="1957387"/>
              <a:ext cx="323850" cy="400050"/>
            </a:xfrm>
            <a:custGeom>
              <a:avLst/>
              <a:gdLst>
                <a:gd name="connsiteX0" fmla="*/ 166116 w 323850"/>
                <a:gd name="connsiteY0" fmla="*/ 0 h 400050"/>
                <a:gd name="connsiteX1" fmla="*/ 0 w 323850"/>
                <a:gd name="connsiteY1" fmla="*/ 166116 h 400050"/>
                <a:gd name="connsiteX2" fmla="*/ 48482 w 323850"/>
                <a:gd name="connsiteY2" fmla="*/ 283369 h 400050"/>
                <a:gd name="connsiteX3" fmla="*/ 58198 w 323850"/>
                <a:gd name="connsiteY3" fmla="*/ 287369 h 400050"/>
                <a:gd name="connsiteX4" fmla="*/ 71723 w 323850"/>
                <a:gd name="connsiteY4" fmla="*/ 273939 h 400050"/>
                <a:gd name="connsiteX5" fmla="*/ 67628 w 323850"/>
                <a:gd name="connsiteY5" fmla="*/ 264128 h 400050"/>
                <a:gd name="connsiteX6" fmla="*/ 27146 w 323850"/>
                <a:gd name="connsiteY6" fmla="*/ 166116 h 400050"/>
                <a:gd name="connsiteX7" fmla="*/ 166211 w 323850"/>
                <a:gd name="connsiteY7" fmla="*/ 27051 h 400050"/>
                <a:gd name="connsiteX8" fmla="*/ 305276 w 323850"/>
                <a:gd name="connsiteY8" fmla="*/ 166116 h 400050"/>
                <a:gd name="connsiteX9" fmla="*/ 264509 w 323850"/>
                <a:gd name="connsiteY9" fmla="*/ 264414 h 400050"/>
                <a:gd name="connsiteX10" fmla="*/ 147066 w 323850"/>
                <a:gd name="connsiteY10" fmla="*/ 381857 h 400050"/>
                <a:gd name="connsiteX11" fmla="*/ 166211 w 323850"/>
                <a:gd name="connsiteY11" fmla="*/ 401003 h 400050"/>
                <a:gd name="connsiteX12" fmla="*/ 283750 w 323850"/>
                <a:gd name="connsiteY12" fmla="*/ 283464 h 400050"/>
                <a:gd name="connsiteX13" fmla="*/ 283750 w 323850"/>
                <a:gd name="connsiteY13" fmla="*/ 283464 h 400050"/>
                <a:gd name="connsiteX14" fmla="*/ 332327 w 323850"/>
                <a:gd name="connsiteY14" fmla="*/ 166116 h 400050"/>
                <a:gd name="connsiteX15" fmla="*/ 166116 w 323850"/>
                <a:gd name="connsiteY15" fmla="*/ 0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23850" h="400050">
                  <a:moveTo>
                    <a:pt x="166116" y="0"/>
                  </a:moveTo>
                  <a:cubicBezTo>
                    <a:pt x="74390" y="0"/>
                    <a:pt x="0" y="74390"/>
                    <a:pt x="0" y="166116"/>
                  </a:cubicBezTo>
                  <a:cubicBezTo>
                    <a:pt x="0" y="211931"/>
                    <a:pt x="18574" y="253460"/>
                    <a:pt x="48482" y="283369"/>
                  </a:cubicBezTo>
                  <a:cubicBezTo>
                    <a:pt x="51054" y="285941"/>
                    <a:pt x="54388" y="287369"/>
                    <a:pt x="58198" y="287369"/>
                  </a:cubicBezTo>
                  <a:cubicBezTo>
                    <a:pt x="65627" y="287369"/>
                    <a:pt x="71723" y="281369"/>
                    <a:pt x="71723" y="273939"/>
                  </a:cubicBezTo>
                  <a:cubicBezTo>
                    <a:pt x="71723" y="270129"/>
                    <a:pt x="70104" y="266700"/>
                    <a:pt x="67628" y="264128"/>
                  </a:cubicBezTo>
                  <a:cubicBezTo>
                    <a:pt x="42672" y="239173"/>
                    <a:pt x="27146" y="204311"/>
                    <a:pt x="27146" y="166116"/>
                  </a:cubicBezTo>
                  <a:cubicBezTo>
                    <a:pt x="27146" y="89440"/>
                    <a:pt x="89535" y="27051"/>
                    <a:pt x="166211" y="27051"/>
                  </a:cubicBezTo>
                  <a:cubicBezTo>
                    <a:pt x="242888" y="27051"/>
                    <a:pt x="305276" y="89440"/>
                    <a:pt x="305276" y="166116"/>
                  </a:cubicBezTo>
                  <a:cubicBezTo>
                    <a:pt x="305276" y="204502"/>
                    <a:pt x="289655" y="239268"/>
                    <a:pt x="264509" y="264414"/>
                  </a:cubicBezTo>
                  <a:lnTo>
                    <a:pt x="147066" y="381857"/>
                  </a:lnTo>
                  <a:lnTo>
                    <a:pt x="166211" y="401003"/>
                  </a:lnTo>
                  <a:lnTo>
                    <a:pt x="283750" y="283464"/>
                  </a:lnTo>
                  <a:lnTo>
                    <a:pt x="283750" y="283464"/>
                  </a:lnTo>
                  <a:cubicBezTo>
                    <a:pt x="313754" y="253460"/>
                    <a:pt x="332327" y="211931"/>
                    <a:pt x="332327" y="166116"/>
                  </a:cubicBezTo>
                  <a:cubicBezTo>
                    <a:pt x="332137" y="74390"/>
                    <a:pt x="257842" y="0"/>
                    <a:pt x="166116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Полилиния: фигура 130">
              <a:extLst>
                <a:ext uri="{FF2B5EF4-FFF2-40B4-BE49-F238E27FC236}">
                  <a16:creationId xmlns:a16="http://schemas.microsoft.com/office/drawing/2014/main" id="{4F6F6B7E-1828-494D-9E4E-3645DB8EF899}"/>
                </a:ext>
              </a:extLst>
            </p:cNvPr>
            <p:cNvSpPr/>
            <p:nvPr/>
          </p:nvSpPr>
          <p:spPr>
            <a:xfrm>
              <a:off x="6284786" y="2024919"/>
              <a:ext cx="190500" cy="190500"/>
            </a:xfrm>
            <a:custGeom>
              <a:avLst/>
              <a:gdLst>
                <a:gd name="connsiteX0" fmla="*/ 197167 w 190500"/>
                <a:gd name="connsiteY0" fmla="*/ 98584 h 190500"/>
                <a:gd name="connsiteX1" fmla="*/ 98584 w 190500"/>
                <a:gd name="connsiteY1" fmla="*/ 0 h 190500"/>
                <a:gd name="connsiteX2" fmla="*/ 0 w 190500"/>
                <a:gd name="connsiteY2" fmla="*/ 98584 h 190500"/>
                <a:gd name="connsiteX3" fmla="*/ 98584 w 190500"/>
                <a:gd name="connsiteY3" fmla="*/ 197168 h 190500"/>
                <a:gd name="connsiteX4" fmla="*/ 197167 w 190500"/>
                <a:gd name="connsiteY4" fmla="*/ 98584 h 190500"/>
                <a:gd name="connsiteX5" fmla="*/ 92964 w 190500"/>
                <a:gd name="connsiteY5" fmla="*/ 120015 h 190500"/>
                <a:gd name="connsiteX6" fmla="*/ 76676 w 190500"/>
                <a:gd name="connsiteY6" fmla="*/ 140399 h 190500"/>
                <a:gd name="connsiteX7" fmla="*/ 40386 w 190500"/>
                <a:gd name="connsiteY7" fmla="*/ 140399 h 190500"/>
                <a:gd name="connsiteX8" fmla="*/ 61913 w 190500"/>
                <a:gd name="connsiteY8" fmla="*/ 124301 h 190500"/>
                <a:gd name="connsiteX9" fmla="*/ 36957 w 190500"/>
                <a:gd name="connsiteY9" fmla="*/ 114681 h 190500"/>
                <a:gd name="connsiteX10" fmla="*/ 12478 w 190500"/>
                <a:gd name="connsiteY10" fmla="*/ 80772 h 190500"/>
                <a:gd name="connsiteX11" fmla="*/ 32385 w 190500"/>
                <a:gd name="connsiteY11" fmla="*/ 95250 h 190500"/>
                <a:gd name="connsiteX12" fmla="*/ 32290 w 190500"/>
                <a:gd name="connsiteY12" fmla="*/ 92774 h 190500"/>
                <a:gd name="connsiteX13" fmla="*/ 107156 w 190500"/>
                <a:gd name="connsiteY13" fmla="*/ 45529 h 190500"/>
                <a:gd name="connsiteX14" fmla="*/ 136493 w 190500"/>
                <a:gd name="connsiteY14" fmla="*/ 50959 h 190500"/>
                <a:gd name="connsiteX15" fmla="*/ 157258 w 190500"/>
                <a:gd name="connsiteY15" fmla="*/ 61722 h 190500"/>
                <a:gd name="connsiteX16" fmla="*/ 171926 w 190500"/>
                <a:gd name="connsiteY16" fmla="*/ 107156 h 190500"/>
                <a:gd name="connsiteX17" fmla="*/ 172498 w 190500"/>
                <a:gd name="connsiteY17" fmla="*/ 107156 h 190500"/>
                <a:gd name="connsiteX18" fmla="*/ 184404 w 190500"/>
                <a:gd name="connsiteY18" fmla="*/ 107156 h 190500"/>
                <a:gd name="connsiteX19" fmla="*/ 171069 w 190500"/>
                <a:gd name="connsiteY19" fmla="*/ 109061 h 190500"/>
                <a:gd name="connsiteX20" fmla="*/ 129445 w 190500"/>
                <a:gd name="connsiteY20" fmla="*/ 138303 h 190500"/>
                <a:gd name="connsiteX21" fmla="*/ 167449 w 190500"/>
                <a:gd name="connsiteY21" fmla="*/ 109633 h 190500"/>
                <a:gd name="connsiteX22" fmla="*/ 122682 w 190500"/>
                <a:gd name="connsiteY22" fmla="*/ 115919 h 190500"/>
                <a:gd name="connsiteX23" fmla="*/ 113633 w 190500"/>
                <a:gd name="connsiteY23" fmla="*/ 140684 h 190500"/>
                <a:gd name="connsiteX24" fmla="*/ 85630 w 190500"/>
                <a:gd name="connsiteY24" fmla="*/ 140494 h 190500"/>
                <a:gd name="connsiteX25" fmla="*/ 102679 w 190500"/>
                <a:gd name="connsiteY25" fmla="*/ 118681 h 190500"/>
                <a:gd name="connsiteX26" fmla="*/ 92964 w 190500"/>
                <a:gd name="connsiteY26" fmla="*/ 120015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90500" h="190500">
                  <a:moveTo>
                    <a:pt x="197167" y="98584"/>
                  </a:moveTo>
                  <a:cubicBezTo>
                    <a:pt x="197167" y="44196"/>
                    <a:pt x="153067" y="0"/>
                    <a:pt x="98584" y="0"/>
                  </a:cubicBezTo>
                  <a:cubicBezTo>
                    <a:pt x="44196" y="0"/>
                    <a:pt x="0" y="44101"/>
                    <a:pt x="0" y="98584"/>
                  </a:cubicBezTo>
                  <a:cubicBezTo>
                    <a:pt x="0" y="152972"/>
                    <a:pt x="44101" y="197168"/>
                    <a:pt x="98584" y="197168"/>
                  </a:cubicBezTo>
                  <a:cubicBezTo>
                    <a:pt x="152971" y="197072"/>
                    <a:pt x="197167" y="152972"/>
                    <a:pt x="197167" y="98584"/>
                  </a:cubicBezTo>
                  <a:close/>
                  <a:moveTo>
                    <a:pt x="92964" y="120015"/>
                  </a:moveTo>
                  <a:lnTo>
                    <a:pt x="76676" y="140399"/>
                  </a:lnTo>
                  <a:lnTo>
                    <a:pt x="40386" y="140399"/>
                  </a:lnTo>
                  <a:lnTo>
                    <a:pt x="61913" y="124301"/>
                  </a:lnTo>
                  <a:cubicBezTo>
                    <a:pt x="52673" y="124778"/>
                    <a:pt x="42863" y="122015"/>
                    <a:pt x="36957" y="114681"/>
                  </a:cubicBezTo>
                  <a:cubicBezTo>
                    <a:pt x="29432" y="105442"/>
                    <a:pt x="20955" y="94774"/>
                    <a:pt x="12478" y="80772"/>
                  </a:cubicBezTo>
                  <a:lnTo>
                    <a:pt x="32385" y="95250"/>
                  </a:lnTo>
                  <a:lnTo>
                    <a:pt x="32290" y="92774"/>
                  </a:lnTo>
                  <a:cubicBezTo>
                    <a:pt x="31432" y="65627"/>
                    <a:pt x="65532" y="43625"/>
                    <a:pt x="107156" y="45529"/>
                  </a:cubicBezTo>
                  <a:cubicBezTo>
                    <a:pt x="117348" y="46006"/>
                    <a:pt x="127159" y="47911"/>
                    <a:pt x="136493" y="50959"/>
                  </a:cubicBezTo>
                  <a:cubicBezTo>
                    <a:pt x="144304" y="53531"/>
                    <a:pt x="150971" y="56388"/>
                    <a:pt x="157258" y="61722"/>
                  </a:cubicBezTo>
                  <a:cubicBezTo>
                    <a:pt x="173545" y="75248"/>
                    <a:pt x="177546" y="92393"/>
                    <a:pt x="171926" y="107156"/>
                  </a:cubicBezTo>
                  <a:cubicBezTo>
                    <a:pt x="172117" y="107156"/>
                    <a:pt x="172307" y="107156"/>
                    <a:pt x="172498" y="107156"/>
                  </a:cubicBezTo>
                  <a:lnTo>
                    <a:pt x="184404" y="107156"/>
                  </a:lnTo>
                  <a:lnTo>
                    <a:pt x="171069" y="109061"/>
                  </a:lnTo>
                  <a:cubicBezTo>
                    <a:pt x="164973" y="122873"/>
                    <a:pt x="150304" y="134303"/>
                    <a:pt x="129445" y="138303"/>
                  </a:cubicBezTo>
                  <a:cubicBezTo>
                    <a:pt x="149257" y="133541"/>
                    <a:pt x="162211" y="122492"/>
                    <a:pt x="167449" y="109633"/>
                  </a:cubicBezTo>
                  <a:lnTo>
                    <a:pt x="122682" y="115919"/>
                  </a:lnTo>
                  <a:lnTo>
                    <a:pt x="113633" y="140684"/>
                  </a:lnTo>
                  <a:lnTo>
                    <a:pt x="85630" y="140494"/>
                  </a:lnTo>
                  <a:lnTo>
                    <a:pt x="102679" y="118681"/>
                  </a:lnTo>
                  <a:lnTo>
                    <a:pt x="92964" y="1200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Полилиния: фигура 131">
              <a:extLst>
                <a:ext uri="{FF2B5EF4-FFF2-40B4-BE49-F238E27FC236}">
                  <a16:creationId xmlns:a16="http://schemas.microsoft.com/office/drawing/2014/main" id="{ACB782B5-2169-4174-90D3-26420A78847C}"/>
                </a:ext>
              </a:extLst>
            </p:cNvPr>
            <p:cNvSpPr/>
            <p:nvPr/>
          </p:nvSpPr>
          <p:spPr>
            <a:xfrm>
              <a:off x="6334784" y="2074738"/>
              <a:ext cx="114300" cy="57150"/>
            </a:xfrm>
            <a:custGeom>
              <a:avLst/>
              <a:gdLst>
                <a:gd name="connsiteX0" fmla="*/ 53158 w 114300"/>
                <a:gd name="connsiteY0" fmla="*/ 57337 h 57150"/>
                <a:gd name="connsiteX1" fmla="*/ 61825 w 114300"/>
                <a:gd name="connsiteY1" fmla="*/ 57432 h 57150"/>
                <a:gd name="connsiteX2" fmla="*/ 88400 w 114300"/>
                <a:gd name="connsiteY2" fmla="*/ 23428 h 57150"/>
                <a:gd name="connsiteX3" fmla="*/ 76018 w 114300"/>
                <a:gd name="connsiteY3" fmla="*/ 57528 h 57150"/>
                <a:gd name="connsiteX4" fmla="*/ 118594 w 114300"/>
                <a:gd name="connsiteY4" fmla="*/ 57147 h 57150"/>
                <a:gd name="connsiteX5" fmla="*/ 106974 w 114300"/>
                <a:gd name="connsiteY5" fmla="*/ 17046 h 57150"/>
                <a:gd name="connsiteX6" fmla="*/ 85352 w 114300"/>
                <a:gd name="connsiteY6" fmla="*/ 4092 h 57150"/>
                <a:gd name="connsiteX7" fmla="*/ 4390 w 114300"/>
                <a:gd name="connsiteY7" fmla="*/ 48288 h 57150"/>
                <a:gd name="connsiteX8" fmla="*/ 10105 w 114300"/>
                <a:gd name="connsiteY8" fmla="*/ 53813 h 57150"/>
                <a:gd name="connsiteX9" fmla="*/ 34489 w 114300"/>
                <a:gd name="connsiteY9" fmla="*/ 57432 h 57150"/>
                <a:gd name="connsiteX10" fmla="*/ 34965 w 114300"/>
                <a:gd name="connsiteY10" fmla="*/ 57432 h 57150"/>
                <a:gd name="connsiteX11" fmla="*/ 79828 w 114300"/>
                <a:gd name="connsiteY11" fmla="*/ 24000 h 57150"/>
                <a:gd name="connsiteX12" fmla="*/ 53158 w 114300"/>
                <a:gd name="connsiteY12" fmla="*/ 57337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4300" h="57150">
                  <a:moveTo>
                    <a:pt x="53158" y="57337"/>
                  </a:moveTo>
                  <a:cubicBezTo>
                    <a:pt x="55920" y="57337"/>
                    <a:pt x="58873" y="57337"/>
                    <a:pt x="61825" y="57432"/>
                  </a:cubicBezTo>
                  <a:lnTo>
                    <a:pt x="88400" y="23428"/>
                  </a:lnTo>
                  <a:lnTo>
                    <a:pt x="76018" y="57528"/>
                  </a:lnTo>
                  <a:cubicBezTo>
                    <a:pt x="88972" y="57623"/>
                    <a:pt x="103354" y="57528"/>
                    <a:pt x="118594" y="57147"/>
                  </a:cubicBezTo>
                  <a:cubicBezTo>
                    <a:pt x="122785" y="44002"/>
                    <a:pt x="119166" y="29238"/>
                    <a:pt x="106974" y="17046"/>
                  </a:cubicBezTo>
                  <a:cubicBezTo>
                    <a:pt x="100687" y="10760"/>
                    <a:pt x="93734" y="6855"/>
                    <a:pt x="85352" y="4092"/>
                  </a:cubicBezTo>
                  <a:cubicBezTo>
                    <a:pt x="40299" y="-10767"/>
                    <a:pt x="-16280" y="17332"/>
                    <a:pt x="4390" y="48288"/>
                  </a:cubicBezTo>
                  <a:cubicBezTo>
                    <a:pt x="5723" y="50289"/>
                    <a:pt x="7152" y="52384"/>
                    <a:pt x="10105" y="53813"/>
                  </a:cubicBezTo>
                  <a:cubicBezTo>
                    <a:pt x="15058" y="56385"/>
                    <a:pt x="24011" y="57528"/>
                    <a:pt x="34489" y="57432"/>
                  </a:cubicBezTo>
                  <a:lnTo>
                    <a:pt x="34965" y="57432"/>
                  </a:lnTo>
                  <a:lnTo>
                    <a:pt x="79828" y="24000"/>
                  </a:lnTo>
                  <a:lnTo>
                    <a:pt x="53158" y="5733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33" name="Московский паркинг" hidden="1">
            <a:extLst>
              <a:ext uri="{FF2B5EF4-FFF2-40B4-BE49-F238E27FC236}">
                <a16:creationId xmlns:a16="http://schemas.microsoft.com/office/drawing/2014/main" id="{5311C8AE-FE64-4825-8087-2BFA8EED1BF4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54294" y="6388794"/>
            <a:ext cx="843273" cy="319479"/>
            <a:chOff x="10438740" y="1385217"/>
            <a:chExt cx="1055941" cy="400050"/>
          </a:xfrm>
          <a:solidFill>
            <a:srgbClr val="59A020"/>
          </a:solidFill>
        </p:grpSpPr>
        <p:sp>
          <p:nvSpPr>
            <p:cNvPr id="134" name="Полилиния: фигура 133">
              <a:extLst>
                <a:ext uri="{FF2B5EF4-FFF2-40B4-BE49-F238E27FC236}">
                  <a16:creationId xmlns:a16="http://schemas.microsoft.com/office/drawing/2014/main" id="{12E6C7DE-C24C-4743-8282-10A86484C6E0}"/>
                </a:ext>
              </a:extLst>
            </p:cNvPr>
            <p:cNvSpPr/>
            <p:nvPr/>
          </p:nvSpPr>
          <p:spPr>
            <a:xfrm>
              <a:off x="10855173" y="1452940"/>
              <a:ext cx="104775" cy="66675"/>
            </a:xfrm>
            <a:custGeom>
              <a:avLst/>
              <a:gdLst>
                <a:gd name="connsiteX0" fmla="*/ 0 w 104775"/>
                <a:gd name="connsiteY0" fmla="*/ 74771 h 66675"/>
                <a:gd name="connsiteX1" fmla="*/ 24574 w 104775"/>
                <a:gd name="connsiteY1" fmla="*/ 0 h 66675"/>
                <a:gd name="connsiteX2" fmla="*/ 37243 w 104775"/>
                <a:gd name="connsiteY2" fmla="*/ 0 h 66675"/>
                <a:gd name="connsiteX3" fmla="*/ 54578 w 104775"/>
                <a:gd name="connsiteY3" fmla="*/ 50673 h 66675"/>
                <a:gd name="connsiteX4" fmla="*/ 54769 w 104775"/>
                <a:gd name="connsiteY4" fmla="*/ 50673 h 66675"/>
                <a:gd name="connsiteX5" fmla="*/ 71818 w 104775"/>
                <a:gd name="connsiteY5" fmla="*/ 0 h 66675"/>
                <a:gd name="connsiteX6" fmla="*/ 84487 w 104775"/>
                <a:gd name="connsiteY6" fmla="*/ 0 h 66675"/>
                <a:gd name="connsiteX7" fmla="*/ 108966 w 104775"/>
                <a:gd name="connsiteY7" fmla="*/ 74771 h 66675"/>
                <a:gd name="connsiteX8" fmla="*/ 90868 w 104775"/>
                <a:gd name="connsiteY8" fmla="*/ 74771 h 66675"/>
                <a:gd name="connsiteX9" fmla="*/ 77724 w 104775"/>
                <a:gd name="connsiteY9" fmla="*/ 31147 h 66675"/>
                <a:gd name="connsiteX10" fmla="*/ 77533 w 104775"/>
                <a:gd name="connsiteY10" fmla="*/ 31147 h 66675"/>
                <a:gd name="connsiteX11" fmla="*/ 62103 w 104775"/>
                <a:gd name="connsiteY11" fmla="*/ 74771 h 66675"/>
                <a:gd name="connsiteX12" fmla="*/ 47053 w 104775"/>
                <a:gd name="connsiteY12" fmla="*/ 74771 h 66675"/>
                <a:gd name="connsiteX13" fmla="*/ 31432 w 104775"/>
                <a:gd name="connsiteY13" fmla="*/ 31147 h 66675"/>
                <a:gd name="connsiteX14" fmla="*/ 31242 w 104775"/>
                <a:gd name="connsiteY14" fmla="*/ 31147 h 66675"/>
                <a:gd name="connsiteX15" fmla="*/ 18097 w 104775"/>
                <a:gd name="connsiteY15" fmla="*/ 74771 h 66675"/>
                <a:gd name="connsiteX16" fmla="*/ 0 w 104775"/>
                <a:gd name="connsiteY16" fmla="*/ 7477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4775" h="66675">
                  <a:moveTo>
                    <a:pt x="0" y="74771"/>
                  </a:moveTo>
                  <a:lnTo>
                    <a:pt x="24574" y="0"/>
                  </a:lnTo>
                  <a:lnTo>
                    <a:pt x="37243" y="0"/>
                  </a:lnTo>
                  <a:lnTo>
                    <a:pt x="54578" y="50673"/>
                  </a:lnTo>
                  <a:lnTo>
                    <a:pt x="54769" y="50673"/>
                  </a:lnTo>
                  <a:lnTo>
                    <a:pt x="71818" y="0"/>
                  </a:lnTo>
                  <a:lnTo>
                    <a:pt x="84487" y="0"/>
                  </a:lnTo>
                  <a:lnTo>
                    <a:pt x="108966" y="74771"/>
                  </a:lnTo>
                  <a:lnTo>
                    <a:pt x="90868" y="74771"/>
                  </a:lnTo>
                  <a:lnTo>
                    <a:pt x="77724" y="31147"/>
                  </a:lnTo>
                  <a:lnTo>
                    <a:pt x="77533" y="31147"/>
                  </a:lnTo>
                  <a:lnTo>
                    <a:pt x="62103" y="74771"/>
                  </a:lnTo>
                  <a:lnTo>
                    <a:pt x="47053" y="74771"/>
                  </a:lnTo>
                  <a:lnTo>
                    <a:pt x="31432" y="31147"/>
                  </a:lnTo>
                  <a:lnTo>
                    <a:pt x="31242" y="31147"/>
                  </a:lnTo>
                  <a:lnTo>
                    <a:pt x="18097" y="74771"/>
                  </a:lnTo>
                  <a:lnTo>
                    <a:pt x="0" y="7477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Полилиния: фигура 134">
              <a:extLst>
                <a:ext uri="{FF2B5EF4-FFF2-40B4-BE49-F238E27FC236}">
                  <a16:creationId xmlns:a16="http://schemas.microsoft.com/office/drawing/2014/main" id="{5B49DA46-ECD6-4B5E-B9A8-3BFD8CA51021}"/>
                </a:ext>
              </a:extLst>
            </p:cNvPr>
            <p:cNvSpPr/>
            <p:nvPr/>
          </p:nvSpPr>
          <p:spPr>
            <a:xfrm>
              <a:off x="10968901" y="1472466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3 w 47625"/>
                <a:gd name="connsiteY1" fmla="*/ 0 h 47625"/>
                <a:gd name="connsiteX2" fmla="*/ 55150 w 47625"/>
                <a:gd name="connsiteY2" fmla="*/ 28099 h 47625"/>
                <a:gd name="connsiteX3" fmla="*/ 27623 w 47625"/>
                <a:gd name="connsiteY3" fmla="*/ 56483 h 47625"/>
                <a:gd name="connsiteX4" fmla="*/ 0 w 47625"/>
                <a:gd name="connsiteY4" fmla="*/ 28099 h 47625"/>
                <a:gd name="connsiteX5" fmla="*/ 39053 w 47625"/>
                <a:gd name="connsiteY5" fmla="*/ 28099 h 47625"/>
                <a:gd name="connsiteX6" fmla="*/ 27718 w 47625"/>
                <a:gd name="connsiteY6" fmla="*/ 13907 h 47625"/>
                <a:gd name="connsiteX7" fmla="*/ 16288 w 47625"/>
                <a:gd name="connsiteY7" fmla="*/ 28099 h 47625"/>
                <a:gd name="connsiteX8" fmla="*/ 27718 w 47625"/>
                <a:gd name="connsiteY8" fmla="*/ 42672 h 47625"/>
                <a:gd name="connsiteX9" fmla="*/ 39053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>
                  <a:moveTo>
                    <a:pt x="0" y="28099"/>
                  </a:moveTo>
                  <a:cubicBezTo>
                    <a:pt x="0" y="11621"/>
                    <a:pt x="11335" y="0"/>
                    <a:pt x="27623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3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9053" y="28099"/>
                  </a:moveTo>
                  <a:cubicBezTo>
                    <a:pt x="39053" y="19717"/>
                    <a:pt x="34766" y="13907"/>
                    <a:pt x="27718" y="13907"/>
                  </a:cubicBezTo>
                  <a:cubicBezTo>
                    <a:pt x="20669" y="13907"/>
                    <a:pt x="16288" y="19812"/>
                    <a:pt x="16288" y="28099"/>
                  </a:cubicBezTo>
                  <a:cubicBezTo>
                    <a:pt x="16288" y="36195"/>
                    <a:pt x="20669" y="42672"/>
                    <a:pt x="27718" y="42672"/>
                  </a:cubicBezTo>
                  <a:cubicBezTo>
                    <a:pt x="34766" y="42577"/>
                    <a:pt x="39053" y="36195"/>
                    <a:pt x="39053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Полилиния: фигура 135">
              <a:extLst>
                <a:ext uri="{FF2B5EF4-FFF2-40B4-BE49-F238E27FC236}">
                  <a16:creationId xmlns:a16="http://schemas.microsoft.com/office/drawing/2014/main" id="{1F5C41CD-848B-4E4A-B62E-0373BCA2A1F2}"/>
                </a:ext>
              </a:extLst>
            </p:cNvPr>
            <p:cNvSpPr/>
            <p:nvPr/>
          </p:nvSpPr>
          <p:spPr>
            <a:xfrm>
              <a:off x="11032052" y="1472466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6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6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6"/>
                    <a:pt x="20574" y="42672"/>
                    <a:pt x="27622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Полилиния: фигура 136">
              <a:extLst>
                <a:ext uri="{FF2B5EF4-FFF2-40B4-BE49-F238E27FC236}">
                  <a16:creationId xmlns:a16="http://schemas.microsoft.com/office/drawing/2014/main" id="{A7314B4B-14A7-4136-89AB-916991AD676B}"/>
                </a:ext>
              </a:extLst>
            </p:cNvPr>
            <p:cNvSpPr/>
            <p:nvPr/>
          </p:nvSpPr>
          <p:spPr>
            <a:xfrm>
              <a:off x="11088630" y="1473704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4 h 47625"/>
                <a:gd name="connsiteX3" fmla="*/ 18097 w 47625"/>
                <a:gd name="connsiteY3" fmla="*/ 20384 h 47625"/>
                <a:gd name="connsiteX4" fmla="*/ 30766 w 47625"/>
                <a:gd name="connsiteY4" fmla="*/ 0 h 47625"/>
                <a:gd name="connsiteX5" fmla="*/ 48578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5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4007 h 47625"/>
                <a:gd name="connsiteX12" fmla="*/ 0 w 47625"/>
                <a:gd name="connsiteY12" fmla="*/ 54007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>
                  <a:moveTo>
                    <a:pt x="95" y="0"/>
                  </a:moveTo>
                  <a:lnTo>
                    <a:pt x="15716" y="0"/>
                  </a:lnTo>
                  <a:lnTo>
                    <a:pt x="15716" y="20384"/>
                  </a:lnTo>
                  <a:lnTo>
                    <a:pt x="18097" y="20384"/>
                  </a:lnTo>
                  <a:lnTo>
                    <a:pt x="30766" y="0"/>
                  </a:lnTo>
                  <a:lnTo>
                    <a:pt x="48578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5" y="33433"/>
                  </a:lnTo>
                  <a:lnTo>
                    <a:pt x="15621" y="33433"/>
                  </a:lnTo>
                  <a:lnTo>
                    <a:pt x="15621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Полилиния: фигура 137">
              <a:extLst>
                <a:ext uri="{FF2B5EF4-FFF2-40B4-BE49-F238E27FC236}">
                  <a16:creationId xmlns:a16="http://schemas.microsoft.com/office/drawing/2014/main" id="{A5AB57DE-8DFD-4055-8F88-DBB23413F57C}"/>
                </a:ext>
              </a:extLst>
            </p:cNvPr>
            <p:cNvSpPr/>
            <p:nvPr/>
          </p:nvSpPr>
          <p:spPr>
            <a:xfrm>
              <a:off x="11143113" y="1472466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2 w 47625"/>
                <a:gd name="connsiteY1" fmla="*/ 0 h 47625"/>
                <a:gd name="connsiteX2" fmla="*/ 55150 w 47625"/>
                <a:gd name="connsiteY2" fmla="*/ 28099 h 47625"/>
                <a:gd name="connsiteX3" fmla="*/ 27622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2 w 47625"/>
                <a:gd name="connsiteY6" fmla="*/ 13907 h 47625"/>
                <a:gd name="connsiteX7" fmla="*/ 16192 w 47625"/>
                <a:gd name="connsiteY7" fmla="*/ 28099 h 47625"/>
                <a:gd name="connsiteX8" fmla="*/ 27622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>
                  <a:moveTo>
                    <a:pt x="0" y="28099"/>
                  </a:moveTo>
                  <a:cubicBezTo>
                    <a:pt x="0" y="11621"/>
                    <a:pt x="11335" y="0"/>
                    <a:pt x="27622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2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7"/>
                    <a:pt x="27622" y="13907"/>
                  </a:cubicBezTo>
                  <a:cubicBezTo>
                    <a:pt x="20574" y="13907"/>
                    <a:pt x="16192" y="19812"/>
                    <a:pt x="16192" y="28099"/>
                  </a:cubicBezTo>
                  <a:cubicBezTo>
                    <a:pt x="16192" y="36195"/>
                    <a:pt x="20574" y="42672"/>
                    <a:pt x="27622" y="42672"/>
                  </a:cubicBezTo>
                  <a:cubicBezTo>
                    <a:pt x="34671" y="42577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Полилиния: фигура 138">
              <a:extLst>
                <a:ext uri="{FF2B5EF4-FFF2-40B4-BE49-F238E27FC236}">
                  <a16:creationId xmlns:a16="http://schemas.microsoft.com/office/drawing/2014/main" id="{02A411E0-462F-4F52-96D3-265FDE41A4E9}"/>
                </a:ext>
              </a:extLst>
            </p:cNvPr>
            <p:cNvSpPr/>
            <p:nvPr/>
          </p:nvSpPr>
          <p:spPr>
            <a:xfrm>
              <a:off x="11209788" y="1473704"/>
              <a:ext cx="47625" cy="47625"/>
            </a:xfrm>
            <a:custGeom>
              <a:avLst/>
              <a:gdLst>
                <a:gd name="connsiteX0" fmla="*/ 0 w 47625"/>
                <a:gd name="connsiteY0" fmla="*/ 54007 h 47625"/>
                <a:gd name="connsiteX1" fmla="*/ 0 w 47625"/>
                <a:gd name="connsiteY1" fmla="*/ 0 h 47625"/>
                <a:gd name="connsiteX2" fmla="*/ 27908 w 47625"/>
                <a:gd name="connsiteY2" fmla="*/ 0 h 47625"/>
                <a:gd name="connsiteX3" fmla="*/ 47625 w 47625"/>
                <a:gd name="connsiteY3" fmla="*/ 14669 h 47625"/>
                <a:gd name="connsiteX4" fmla="*/ 39624 w 47625"/>
                <a:gd name="connsiteY4" fmla="*/ 25051 h 47625"/>
                <a:gd name="connsiteX5" fmla="*/ 39624 w 47625"/>
                <a:gd name="connsiteY5" fmla="*/ 25241 h 47625"/>
                <a:gd name="connsiteX6" fmla="*/ 49911 w 47625"/>
                <a:gd name="connsiteY6" fmla="*/ 38100 h 47625"/>
                <a:gd name="connsiteX7" fmla="*/ 30289 w 47625"/>
                <a:gd name="connsiteY7" fmla="*/ 54007 h 47625"/>
                <a:gd name="connsiteX8" fmla="*/ 0 w 47625"/>
                <a:gd name="connsiteY8" fmla="*/ 54007 h 47625"/>
                <a:gd name="connsiteX9" fmla="*/ 24479 w 47625"/>
                <a:gd name="connsiteY9" fmla="*/ 22384 h 47625"/>
                <a:gd name="connsiteX10" fmla="*/ 31528 w 47625"/>
                <a:gd name="connsiteY10" fmla="*/ 16764 h 47625"/>
                <a:gd name="connsiteX11" fmla="*/ 24479 w 47625"/>
                <a:gd name="connsiteY11" fmla="*/ 11430 h 47625"/>
                <a:gd name="connsiteX12" fmla="*/ 15621 w 47625"/>
                <a:gd name="connsiteY12" fmla="*/ 11430 h 47625"/>
                <a:gd name="connsiteX13" fmla="*/ 15621 w 47625"/>
                <a:gd name="connsiteY13" fmla="*/ 22479 h 47625"/>
                <a:gd name="connsiteX14" fmla="*/ 24479 w 47625"/>
                <a:gd name="connsiteY14" fmla="*/ 22479 h 47625"/>
                <a:gd name="connsiteX15" fmla="*/ 27337 w 47625"/>
                <a:gd name="connsiteY15" fmla="*/ 42672 h 47625"/>
                <a:gd name="connsiteX16" fmla="*/ 33242 w 47625"/>
                <a:gd name="connsiteY16" fmla="*/ 38005 h 47625"/>
                <a:gd name="connsiteX17" fmla="*/ 27337 w 47625"/>
                <a:gd name="connsiteY17" fmla="*/ 32861 h 47625"/>
                <a:gd name="connsiteX18" fmla="*/ 15621 w 47625"/>
                <a:gd name="connsiteY18" fmla="*/ 32861 h 47625"/>
                <a:gd name="connsiteX19" fmla="*/ 15621 w 47625"/>
                <a:gd name="connsiteY19" fmla="*/ 42672 h 47625"/>
                <a:gd name="connsiteX20" fmla="*/ 27337 w 47625"/>
                <a:gd name="connsiteY20" fmla="*/ 42672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>
                  <a:moveTo>
                    <a:pt x="0" y="54007"/>
                  </a:moveTo>
                  <a:lnTo>
                    <a:pt x="0" y="0"/>
                  </a:lnTo>
                  <a:lnTo>
                    <a:pt x="27908" y="0"/>
                  </a:lnTo>
                  <a:cubicBezTo>
                    <a:pt x="38481" y="0"/>
                    <a:pt x="47625" y="3905"/>
                    <a:pt x="47625" y="14669"/>
                  </a:cubicBezTo>
                  <a:cubicBezTo>
                    <a:pt x="47625" y="19622"/>
                    <a:pt x="43815" y="23813"/>
                    <a:pt x="39624" y="25051"/>
                  </a:cubicBezTo>
                  <a:lnTo>
                    <a:pt x="39624" y="25241"/>
                  </a:lnTo>
                  <a:cubicBezTo>
                    <a:pt x="45910" y="26956"/>
                    <a:pt x="49911" y="31433"/>
                    <a:pt x="49911" y="38100"/>
                  </a:cubicBezTo>
                  <a:cubicBezTo>
                    <a:pt x="49911" y="46006"/>
                    <a:pt x="44005" y="54007"/>
                    <a:pt x="30289" y="54007"/>
                  </a:cubicBezTo>
                  <a:lnTo>
                    <a:pt x="0" y="54007"/>
                  </a:lnTo>
                  <a:close/>
                  <a:moveTo>
                    <a:pt x="24479" y="22384"/>
                  </a:moveTo>
                  <a:cubicBezTo>
                    <a:pt x="28480" y="22384"/>
                    <a:pt x="31528" y="20765"/>
                    <a:pt x="31528" y="16764"/>
                  </a:cubicBezTo>
                  <a:cubicBezTo>
                    <a:pt x="31528" y="12668"/>
                    <a:pt x="28384" y="11430"/>
                    <a:pt x="24479" y="11430"/>
                  </a:cubicBezTo>
                  <a:lnTo>
                    <a:pt x="15621" y="11430"/>
                  </a:lnTo>
                  <a:lnTo>
                    <a:pt x="15621" y="22479"/>
                  </a:lnTo>
                  <a:lnTo>
                    <a:pt x="24479" y="22479"/>
                  </a:lnTo>
                  <a:close/>
                  <a:moveTo>
                    <a:pt x="27337" y="42672"/>
                  </a:moveTo>
                  <a:cubicBezTo>
                    <a:pt x="31718" y="42672"/>
                    <a:pt x="33242" y="40386"/>
                    <a:pt x="33242" y="38005"/>
                  </a:cubicBezTo>
                  <a:cubicBezTo>
                    <a:pt x="33242" y="35433"/>
                    <a:pt x="31718" y="32861"/>
                    <a:pt x="27337" y="32861"/>
                  </a:cubicBezTo>
                  <a:lnTo>
                    <a:pt x="15621" y="32861"/>
                  </a:lnTo>
                  <a:lnTo>
                    <a:pt x="15621" y="42672"/>
                  </a:lnTo>
                  <a:lnTo>
                    <a:pt x="27337" y="426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Полилиния: фигура 139">
              <a:extLst>
                <a:ext uri="{FF2B5EF4-FFF2-40B4-BE49-F238E27FC236}">
                  <a16:creationId xmlns:a16="http://schemas.microsoft.com/office/drawing/2014/main" id="{39B3FC2E-6C5C-450B-8B20-B65B879D2947}"/>
                </a:ext>
              </a:extLst>
            </p:cNvPr>
            <p:cNvSpPr/>
            <p:nvPr/>
          </p:nvSpPr>
          <p:spPr>
            <a:xfrm>
              <a:off x="11267510" y="1472466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6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6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6"/>
                    <a:pt x="20574" y="42672"/>
                    <a:pt x="27622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Полилиния: фигура 140">
              <a:extLst>
                <a:ext uri="{FF2B5EF4-FFF2-40B4-BE49-F238E27FC236}">
                  <a16:creationId xmlns:a16="http://schemas.microsoft.com/office/drawing/2014/main" id="{C2645EB0-33F8-4740-ABAD-1DA116207927}"/>
                </a:ext>
              </a:extLst>
            </p:cNvPr>
            <p:cNvSpPr/>
            <p:nvPr/>
          </p:nvSpPr>
          <p:spPr>
            <a:xfrm>
              <a:off x="11324088" y="1473704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4 h 47625"/>
                <a:gd name="connsiteX3" fmla="*/ 18097 w 47625"/>
                <a:gd name="connsiteY3" fmla="*/ 20384 h 47625"/>
                <a:gd name="connsiteX4" fmla="*/ 30766 w 47625"/>
                <a:gd name="connsiteY4" fmla="*/ 0 h 47625"/>
                <a:gd name="connsiteX5" fmla="*/ 48577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5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4007 h 47625"/>
                <a:gd name="connsiteX12" fmla="*/ 0 w 47625"/>
                <a:gd name="connsiteY12" fmla="*/ 54007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>
                  <a:moveTo>
                    <a:pt x="95" y="0"/>
                  </a:moveTo>
                  <a:lnTo>
                    <a:pt x="15716" y="0"/>
                  </a:lnTo>
                  <a:lnTo>
                    <a:pt x="15716" y="20384"/>
                  </a:lnTo>
                  <a:lnTo>
                    <a:pt x="18097" y="20384"/>
                  </a:lnTo>
                  <a:lnTo>
                    <a:pt x="30766" y="0"/>
                  </a:lnTo>
                  <a:lnTo>
                    <a:pt x="48577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5" y="33433"/>
                  </a:lnTo>
                  <a:lnTo>
                    <a:pt x="15621" y="33433"/>
                  </a:lnTo>
                  <a:lnTo>
                    <a:pt x="15621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Полилиния: фигура 141">
              <a:extLst>
                <a:ext uri="{FF2B5EF4-FFF2-40B4-BE49-F238E27FC236}">
                  <a16:creationId xmlns:a16="http://schemas.microsoft.com/office/drawing/2014/main" id="{8D14FEC4-3C6A-4C61-A5B3-69E4C9BCEB5D}"/>
                </a:ext>
              </a:extLst>
            </p:cNvPr>
            <p:cNvSpPr/>
            <p:nvPr/>
          </p:nvSpPr>
          <p:spPr>
            <a:xfrm>
              <a:off x="11382191" y="147370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30480 h 47625"/>
                <a:gd name="connsiteX3" fmla="*/ 15812 w 47625"/>
                <a:gd name="connsiteY3" fmla="*/ 30480 h 47625"/>
                <a:gd name="connsiteX4" fmla="*/ 36386 w 47625"/>
                <a:gd name="connsiteY4" fmla="*/ 0 h 47625"/>
                <a:gd name="connsiteX5" fmla="*/ 49816 w 47625"/>
                <a:gd name="connsiteY5" fmla="*/ 0 h 47625"/>
                <a:gd name="connsiteX6" fmla="*/ 49816 w 47625"/>
                <a:gd name="connsiteY6" fmla="*/ 54007 h 47625"/>
                <a:gd name="connsiteX7" fmla="*/ 34195 w 47625"/>
                <a:gd name="connsiteY7" fmla="*/ 54007 h 47625"/>
                <a:gd name="connsiteX8" fmla="*/ 34195 w 47625"/>
                <a:gd name="connsiteY8" fmla="*/ 23527 h 47625"/>
                <a:gd name="connsiteX9" fmla="*/ 34004 w 47625"/>
                <a:gd name="connsiteY9" fmla="*/ 23527 h 47625"/>
                <a:gd name="connsiteX10" fmla="*/ 13526 w 47625"/>
                <a:gd name="connsiteY10" fmla="*/ 54007 h 47625"/>
                <a:gd name="connsiteX11" fmla="*/ 0 w 47625"/>
                <a:gd name="connsiteY11" fmla="*/ 54007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>
                  <a:moveTo>
                    <a:pt x="0" y="0"/>
                  </a:moveTo>
                  <a:lnTo>
                    <a:pt x="15621" y="0"/>
                  </a:lnTo>
                  <a:lnTo>
                    <a:pt x="15621" y="30480"/>
                  </a:lnTo>
                  <a:lnTo>
                    <a:pt x="15812" y="30480"/>
                  </a:lnTo>
                  <a:lnTo>
                    <a:pt x="36386" y="0"/>
                  </a:lnTo>
                  <a:lnTo>
                    <a:pt x="49816" y="0"/>
                  </a:lnTo>
                  <a:lnTo>
                    <a:pt x="49816" y="54007"/>
                  </a:lnTo>
                  <a:lnTo>
                    <a:pt x="34195" y="54007"/>
                  </a:lnTo>
                  <a:lnTo>
                    <a:pt x="34195" y="23527"/>
                  </a:lnTo>
                  <a:lnTo>
                    <a:pt x="34004" y="23527"/>
                  </a:lnTo>
                  <a:lnTo>
                    <a:pt x="13526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Полилиния: фигура 142">
              <a:extLst>
                <a:ext uri="{FF2B5EF4-FFF2-40B4-BE49-F238E27FC236}">
                  <a16:creationId xmlns:a16="http://schemas.microsoft.com/office/drawing/2014/main" id="{ACC0F1CC-95E9-45D7-9177-367F27122686}"/>
                </a:ext>
              </a:extLst>
            </p:cNvPr>
            <p:cNvSpPr/>
            <p:nvPr/>
          </p:nvSpPr>
          <p:spPr>
            <a:xfrm>
              <a:off x="11447056" y="1449416"/>
              <a:ext cx="47625" cy="76200"/>
            </a:xfrm>
            <a:custGeom>
              <a:avLst/>
              <a:gdLst>
                <a:gd name="connsiteX0" fmla="*/ 0 w 47625"/>
                <a:gd name="connsiteY0" fmla="*/ 24289 h 76200"/>
                <a:gd name="connsiteX1" fmla="*/ 15621 w 47625"/>
                <a:gd name="connsiteY1" fmla="*/ 24289 h 76200"/>
                <a:gd name="connsiteX2" fmla="*/ 15621 w 47625"/>
                <a:gd name="connsiteY2" fmla="*/ 54769 h 76200"/>
                <a:gd name="connsiteX3" fmla="*/ 15811 w 47625"/>
                <a:gd name="connsiteY3" fmla="*/ 54769 h 76200"/>
                <a:gd name="connsiteX4" fmla="*/ 36385 w 47625"/>
                <a:gd name="connsiteY4" fmla="*/ 24289 h 76200"/>
                <a:gd name="connsiteX5" fmla="*/ 49816 w 47625"/>
                <a:gd name="connsiteY5" fmla="*/ 24289 h 76200"/>
                <a:gd name="connsiteX6" fmla="*/ 49816 w 47625"/>
                <a:gd name="connsiteY6" fmla="*/ 78296 h 76200"/>
                <a:gd name="connsiteX7" fmla="*/ 34195 w 47625"/>
                <a:gd name="connsiteY7" fmla="*/ 78296 h 76200"/>
                <a:gd name="connsiteX8" fmla="*/ 34195 w 47625"/>
                <a:gd name="connsiteY8" fmla="*/ 47816 h 76200"/>
                <a:gd name="connsiteX9" fmla="*/ 34004 w 47625"/>
                <a:gd name="connsiteY9" fmla="*/ 47816 h 76200"/>
                <a:gd name="connsiteX10" fmla="*/ 13525 w 47625"/>
                <a:gd name="connsiteY10" fmla="*/ 78296 h 76200"/>
                <a:gd name="connsiteX11" fmla="*/ 0 w 47625"/>
                <a:gd name="connsiteY11" fmla="*/ 78296 h 76200"/>
                <a:gd name="connsiteX12" fmla="*/ 0 w 47625"/>
                <a:gd name="connsiteY12" fmla="*/ 24289 h 76200"/>
                <a:gd name="connsiteX13" fmla="*/ 6477 w 47625"/>
                <a:gd name="connsiteY13" fmla="*/ 8001 h 76200"/>
                <a:gd name="connsiteX14" fmla="*/ 14573 w 47625"/>
                <a:gd name="connsiteY14" fmla="*/ 0 h 76200"/>
                <a:gd name="connsiteX15" fmla="*/ 24098 w 47625"/>
                <a:gd name="connsiteY15" fmla="*/ 6858 h 76200"/>
                <a:gd name="connsiteX16" fmla="*/ 34385 w 47625"/>
                <a:gd name="connsiteY16" fmla="*/ 0 h 76200"/>
                <a:gd name="connsiteX17" fmla="*/ 42100 w 47625"/>
                <a:gd name="connsiteY17" fmla="*/ 8001 h 76200"/>
                <a:gd name="connsiteX18" fmla="*/ 24479 w 47625"/>
                <a:gd name="connsiteY18" fmla="*/ 18669 h 76200"/>
                <a:gd name="connsiteX19" fmla="*/ 6477 w 47625"/>
                <a:gd name="connsiteY19" fmla="*/ 8001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7625" h="76200">
                  <a:moveTo>
                    <a:pt x="0" y="24289"/>
                  </a:moveTo>
                  <a:lnTo>
                    <a:pt x="15621" y="24289"/>
                  </a:lnTo>
                  <a:lnTo>
                    <a:pt x="15621" y="54769"/>
                  </a:lnTo>
                  <a:lnTo>
                    <a:pt x="15811" y="54769"/>
                  </a:lnTo>
                  <a:lnTo>
                    <a:pt x="36385" y="24289"/>
                  </a:lnTo>
                  <a:lnTo>
                    <a:pt x="49816" y="24289"/>
                  </a:lnTo>
                  <a:lnTo>
                    <a:pt x="49816" y="78296"/>
                  </a:lnTo>
                  <a:lnTo>
                    <a:pt x="34195" y="78296"/>
                  </a:lnTo>
                  <a:lnTo>
                    <a:pt x="34195" y="47816"/>
                  </a:lnTo>
                  <a:lnTo>
                    <a:pt x="34004" y="47816"/>
                  </a:lnTo>
                  <a:lnTo>
                    <a:pt x="13525" y="78296"/>
                  </a:lnTo>
                  <a:lnTo>
                    <a:pt x="0" y="78296"/>
                  </a:lnTo>
                  <a:lnTo>
                    <a:pt x="0" y="24289"/>
                  </a:lnTo>
                  <a:close/>
                  <a:moveTo>
                    <a:pt x="6477" y="8001"/>
                  </a:moveTo>
                  <a:lnTo>
                    <a:pt x="14573" y="0"/>
                  </a:lnTo>
                  <a:cubicBezTo>
                    <a:pt x="16097" y="2857"/>
                    <a:pt x="19050" y="6858"/>
                    <a:pt x="24098" y="6858"/>
                  </a:cubicBezTo>
                  <a:cubicBezTo>
                    <a:pt x="30480" y="6858"/>
                    <a:pt x="32766" y="2953"/>
                    <a:pt x="34385" y="0"/>
                  </a:cubicBezTo>
                  <a:lnTo>
                    <a:pt x="42100" y="8001"/>
                  </a:lnTo>
                  <a:cubicBezTo>
                    <a:pt x="40100" y="12192"/>
                    <a:pt x="34099" y="18669"/>
                    <a:pt x="24479" y="18669"/>
                  </a:cubicBezTo>
                  <a:cubicBezTo>
                    <a:pt x="14954" y="18669"/>
                    <a:pt x="8953" y="12097"/>
                    <a:pt x="6477" y="800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Полилиния: фигура 143">
              <a:extLst>
                <a:ext uri="{FF2B5EF4-FFF2-40B4-BE49-F238E27FC236}">
                  <a16:creationId xmlns:a16="http://schemas.microsoft.com/office/drawing/2014/main" id="{3E5450BE-D218-4717-989B-15E06E556965}"/>
                </a:ext>
              </a:extLst>
            </p:cNvPr>
            <p:cNvSpPr/>
            <p:nvPr/>
          </p:nvSpPr>
          <p:spPr>
            <a:xfrm>
              <a:off x="10861745" y="1588004"/>
              <a:ext cx="38100" cy="47625"/>
            </a:xfrm>
            <a:custGeom>
              <a:avLst/>
              <a:gdLst>
                <a:gd name="connsiteX0" fmla="*/ 95 w 38100"/>
                <a:gd name="connsiteY0" fmla="*/ 0 h 47625"/>
                <a:gd name="connsiteX1" fmla="*/ 47054 w 38100"/>
                <a:gd name="connsiteY1" fmla="*/ 0 h 47625"/>
                <a:gd name="connsiteX2" fmla="*/ 47054 w 38100"/>
                <a:gd name="connsiteY2" fmla="*/ 54007 h 47625"/>
                <a:gd name="connsiteX3" fmla="*/ 31433 w 38100"/>
                <a:gd name="connsiteY3" fmla="*/ 54007 h 47625"/>
                <a:gd name="connsiteX4" fmla="*/ 31433 w 38100"/>
                <a:gd name="connsiteY4" fmla="*/ 13621 h 47625"/>
                <a:gd name="connsiteX5" fmla="*/ 15621 w 38100"/>
                <a:gd name="connsiteY5" fmla="*/ 13621 h 47625"/>
                <a:gd name="connsiteX6" fmla="*/ 15621 w 38100"/>
                <a:gd name="connsiteY6" fmla="*/ 54007 h 47625"/>
                <a:gd name="connsiteX7" fmla="*/ 0 w 38100"/>
                <a:gd name="connsiteY7" fmla="*/ 54007 h 47625"/>
                <a:gd name="connsiteX8" fmla="*/ 0 w 38100"/>
                <a:gd name="connsiteY8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100" h="47625">
                  <a:moveTo>
                    <a:pt x="95" y="0"/>
                  </a:moveTo>
                  <a:lnTo>
                    <a:pt x="47054" y="0"/>
                  </a:lnTo>
                  <a:lnTo>
                    <a:pt x="47054" y="54007"/>
                  </a:lnTo>
                  <a:lnTo>
                    <a:pt x="31433" y="54007"/>
                  </a:lnTo>
                  <a:lnTo>
                    <a:pt x="31433" y="13621"/>
                  </a:lnTo>
                  <a:lnTo>
                    <a:pt x="15621" y="13621"/>
                  </a:lnTo>
                  <a:lnTo>
                    <a:pt x="15621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Полилиния: фигура 144">
              <a:extLst>
                <a:ext uri="{FF2B5EF4-FFF2-40B4-BE49-F238E27FC236}">
                  <a16:creationId xmlns:a16="http://schemas.microsoft.com/office/drawing/2014/main" id="{EF418480-B812-48A9-A27F-553A687660CA}"/>
                </a:ext>
              </a:extLst>
            </p:cNvPr>
            <p:cNvSpPr/>
            <p:nvPr/>
          </p:nvSpPr>
          <p:spPr>
            <a:xfrm>
              <a:off x="10919657" y="1586576"/>
              <a:ext cx="47625" cy="47625"/>
            </a:xfrm>
            <a:custGeom>
              <a:avLst/>
              <a:gdLst>
                <a:gd name="connsiteX0" fmla="*/ 0 w 47625"/>
                <a:gd name="connsiteY0" fmla="*/ 38481 h 47625"/>
                <a:gd name="connsiteX1" fmla="*/ 23813 w 47625"/>
                <a:gd name="connsiteY1" fmla="*/ 20860 h 47625"/>
                <a:gd name="connsiteX2" fmla="*/ 32861 w 47625"/>
                <a:gd name="connsiteY2" fmla="*/ 21431 h 47625"/>
                <a:gd name="connsiteX3" fmla="*/ 32861 w 47625"/>
                <a:gd name="connsiteY3" fmla="*/ 20669 h 47625"/>
                <a:gd name="connsiteX4" fmla="*/ 24194 w 47625"/>
                <a:gd name="connsiteY4" fmla="*/ 13811 h 47625"/>
                <a:gd name="connsiteX5" fmla="*/ 11621 w 47625"/>
                <a:gd name="connsiteY5" fmla="*/ 17717 h 47625"/>
                <a:gd name="connsiteX6" fmla="*/ 2477 w 47625"/>
                <a:gd name="connsiteY6" fmla="*/ 8382 h 47625"/>
                <a:gd name="connsiteX7" fmla="*/ 24956 w 47625"/>
                <a:gd name="connsiteY7" fmla="*/ 0 h 47625"/>
                <a:gd name="connsiteX8" fmla="*/ 48578 w 47625"/>
                <a:gd name="connsiteY8" fmla="*/ 20955 h 47625"/>
                <a:gd name="connsiteX9" fmla="*/ 48578 w 47625"/>
                <a:gd name="connsiteY9" fmla="*/ 55435 h 47625"/>
                <a:gd name="connsiteX10" fmla="*/ 33147 w 47625"/>
                <a:gd name="connsiteY10" fmla="*/ 55435 h 47625"/>
                <a:gd name="connsiteX11" fmla="*/ 33147 w 47625"/>
                <a:gd name="connsiteY11" fmla="*/ 50006 h 47625"/>
                <a:gd name="connsiteX12" fmla="*/ 32957 w 47625"/>
                <a:gd name="connsiteY12" fmla="*/ 50006 h 47625"/>
                <a:gd name="connsiteX13" fmla="*/ 18479 w 47625"/>
                <a:gd name="connsiteY13" fmla="*/ 56769 h 47625"/>
                <a:gd name="connsiteX14" fmla="*/ 0 w 47625"/>
                <a:gd name="connsiteY14" fmla="*/ 38481 h 47625"/>
                <a:gd name="connsiteX15" fmla="*/ 32861 w 47625"/>
                <a:gd name="connsiteY15" fmla="*/ 34766 h 47625"/>
                <a:gd name="connsiteX16" fmla="*/ 32861 w 47625"/>
                <a:gd name="connsiteY16" fmla="*/ 32956 h 47625"/>
                <a:gd name="connsiteX17" fmla="*/ 26003 w 47625"/>
                <a:gd name="connsiteY17" fmla="*/ 32194 h 47625"/>
                <a:gd name="connsiteX18" fmla="*/ 15716 w 47625"/>
                <a:gd name="connsiteY18" fmla="*/ 38386 h 47625"/>
                <a:gd name="connsiteX19" fmla="*/ 23146 w 47625"/>
                <a:gd name="connsiteY19" fmla="*/ 44482 h 47625"/>
                <a:gd name="connsiteX20" fmla="*/ 32861 w 47625"/>
                <a:gd name="connsiteY20" fmla="*/ 3476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>
                  <a:moveTo>
                    <a:pt x="0" y="38481"/>
                  </a:moveTo>
                  <a:cubicBezTo>
                    <a:pt x="0" y="29908"/>
                    <a:pt x="7144" y="20860"/>
                    <a:pt x="23813" y="20860"/>
                  </a:cubicBezTo>
                  <a:cubicBezTo>
                    <a:pt x="26194" y="20860"/>
                    <a:pt x="30004" y="20955"/>
                    <a:pt x="32861" y="21431"/>
                  </a:cubicBezTo>
                  <a:lnTo>
                    <a:pt x="32861" y="20669"/>
                  </a:lnTo>
                  <a:cubicBezTo>
                    <a:pt x="32861" y="15621"/>
                    <a:pt x="28766" y="13811"/>
                    <a:pt x="24194" y="13811"/>
                  </a:cubicBezTo>
                  <a:cubicBezTo>
                    <a:pt x="20098" y="13811"/>
                    <a:pt x="15621" y="15049"/>
                    <a:pt x="11621" y="17717"/>
                  </a:cubicBezTo>
                  <a:lnTo>
                    <a:pt x="2477" y="8382"/>
                  </a:lnTo>
                  <a:cubicBezTo>
                    <a:pt x="8668" y="2572"/>
                    <a:pt x="17621" y="0"/>
                    <a:pt x="24956" y="0"/>
                  </a:cubicBezTo>
                  <a:cubicBezTo>
                    <a:pt x="39053" y="0"/>
                    <a:pt x="48578" y="8001"/>
                    <a:pt x="48578" y="20955"/>
                  </a:cubicBezTo>
                  <a:lnTo>
                    <a:pt x="48578" y="55435"/>
                  </a:lnTo>
                  <a:lnTo>
                    <a:pt x="33147" y="55435"/>
                  </a:lnTo>
                  <a:lnTo>
                    <a:pt x="33147" y="50006"/>
                  </a:lnTo>
                  <a:lnTo>
                    <a:pt x="32957" y="50006"/>
                  </a:lnTo>
                  <a:cubicBezTo>
                    <a:pt x="30194" y="54673"/>
                    <a:pt x="25146" y="56769"/>
                    <a:pt x="18479" y="56769"/>
                  </a:cubicBezTo>
                  <a:cubicBezTo>
                    <a:pt x="7811" y="56674"/>
                    <a:pt x="0" y="48863"/>
                    <a:pt x="0" y="38481"/>
                  </a:cubicBezTo>
                  <a:close/>
                  <a:moveTo>
                    <a:pt x="32861" y="34766"/>
                  </a:moveTo>
                  <a:lnTo>
                    <a:pt x="32861" y="32956"/>
                  </a:lnTo>
                  <a:cubicBezTo>
                    <a:pt x="30766" y="32576"/>
                    <a:pt x="28194" y="32194"/>
                    <a:pt x="26003" y="32194"/>
                  </a:cubicBezTo>
                  <a:cubicBezTo>
                    <a:pt x="18860" y="32194"/>
                    <a:pt x="15812" y="34766"/>
                    <a:pt x="15716" y="38386"/>
                  </a:cubicBezTo>
                  <a:cubicBezTo>
                    <a:pt x="15621" y="42005"/>
                    <a:pt x="18383" y="44577"/>
                    <a:pt x="23146" y="44482"/>
                  </a:cubicBezTo>
                  <a:cubicBezTo>
                    <a:pt x="27718" y="44387"/>
                    <a:pt x="32861" y="41624"/>
                    <a:pt x="32861" y="3476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Полилиния: фигура 145">
              <a:extLst>
                <a:ext uri="{FF2B5EF4-FFF2-40B4-BE49-F238E27FC236}">
                  <a16:creationId xmlns:a16="http://schemas.microsoft.com/office/drawing/2014/main" id="{BC2230C0-9EE7-4B68-A50D-6EC8E5EF18CC}"/>
                </a:ext>
              </a:extLst>
            </p:cNvPr>
            <p:cNvSpPr/>
            <p:nvPr/>
          </p:nvSpPr>
          <p:spPr>
            <a:xfrm>
              <a:off x="10982331" y="1586671"/>
              <a:ext cx="47625" cy="66675"/>
            </a:xfrm>
            <a:custGeom>
              <a:avLst/>
              <a:gdLst>
                <a:gd name="connsiteX0" fmla="*/ 15621 w 47625"/>
                <a:gd name="connsiteY0" fmla="*/ 75057 h 66675"/>
                <a:gd name="connsiteX1" fmla="*/ 0 w 47625"/>
                <a:gd name="connsiteY1" fmla="*/ 75057 h 66675"/>
                <a:gd name="connsiteX2" fmla="*/ 0 w 47625"/>
                <a:gd name="connsiteY2" fmla="*/ 1333 h 66675"/>
                <a:gd name="connsiteX3" fmla="*/ 15621 w 47625"/>
                <a:gd name="connsiteY3" fmla="*/ 1333 h 66675"/>
                <a:gd name="connsiteX4" fmla="*/ 15621 w 47625"/>
                <a:gd name="connsiteY4" fmla="*/ 6667 h 66675"/>
                <a:gd name="connsiteX5" fmla="*/ 15812 w 47625"/>
                <a:gd name="connsiteY5" fmla="*/ 6667 h 66675"/>
                <a:gd name="connsiteX6" fmla="*/ 30956 w 47625"/>
                <a:gd name="connsiteY6" fmla="*/ 0 h 66675"/>
                <a:gd name="connsiteX7" fmla="*/ 55626 w 47625"/>
                <a:gd name="connsiteY7" fmla="*/ 28099 h 66675"/>
                <a:gd name="connsiteX8" fmla="*/ 30956 w 47625"/>
                <a:gd name="connsiteY8" fmla="*/ 56483 h 66675"/>
                <a:gd name="connsiteX9" fmla="*/ 15812 w 47625"/>
                <a:gd name="connsiteY9" fmla="*/ 49816 h 66675"/>
                <a:gd name="connsiteX10" fmla="*/ 15621 w 47625"/>
                <a:gd name="connsiteY10" fmla="*/ 49816 h 66675"/>
                <a:gd name="connsiteX11" fmla="*/ 15621 w 47625"/>
                <a:gd name="connsiteY11" fmla="*/ 75057 h 66675"/>
                <a:gd name="connsiteX12" fmla="*/ 27242 w 47625"/>
                <a:gd name="connsiteY12" fmla="*/ 42481 h 66675"/>
                <a:gd name="connsiteX13" fmla="*/ 39433 w 47625"/>
                <a:gd name="connsiteY13" fmla="*/ 28099 h 66675"/>
                <a:gd name="connsiteX14" fmla="*/ 27242 w 47625"/>
                <a:gd name="connsiteY14" fmla="*/ 14002 h 66675"/>
                <a:gd name="connsiteX15" fmla="*/ 14954 w 47625"/>
                <a:gd name="connsiteY15" fmla="*/ 28099 h 66675"/>
                <a:gd name="connsiteX16" fmla="*/ 27242 w 47625"/>
                <a:gd name="connsiteY16" fmla="*/ 4248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66675">
                  <a:moveTo>
                    <a:pt x="15621" y="75057"/>
                  </a:moveTo>
                  <a:lnTo>
                    <a:pt x="0" y="75057"/>
                  </a:lnTo>
                  <a:lnTo>
                    <a:pt x="0" y="1333"/>
                  </a:lnTo>
                  <a:lnTo>
                    <a:pt x="15621" y="1333"/>
                  </a:lnTo>
                  <a:lnTo>
                    <a:pt x="15621" y="6667"/>
                  </a:lnTo>
                  <a:lnTo>
                    <a:pt x="15812" y="6667"/>
                  </a:lnTo>
                  <a:cubicBezTo>
                    <a:pt x="18193" y="3810"/>
                    <a:pt x="22765" y="0"/>
                    <a:pt x="30956" y="0"/>
                  </a:cubicBezTo>
                  <a:cubicBezTo>
                    <a:pt x="45053" y="0"/>
                    <a:pt x="55626" y="11620"/>
                    <a:pt x="55626" y="28099"/>
                  </a:cubicBezTo>
                  <a:cubicBezTo>
                    <a:pt x="55626" y="44672"/>
                    <a:pt x="45053" y="56483"/>
                    <a:pt x="30956" y="56483"/>
                  </a:cubicBezTo>
                  <a:cubicBezTo>
                    <a:pt x="22765" y="56483"/>
                    <a:pt x="18098" y="52768"/>
                    <a:pt x="15812" y="49816"/>
                  </a:cubicBezTo>
                  <a:lnTo>
                    <a:pt x="15621" y="49816"/>
                  </a:lnTo>
                  <a:lnTo>
                    <a:pt x="15621" y="75057"/>
                  </a:lnTo>
                  <a:close/>
                  <a:moveTo>
                    <a:pt x="27242" y="42481"/>
                  </a:moveTo>
                  <a:cubicBezTo>
                    <a:pt x="34385" y="42481"/>
                    <a:pt x="39433" y="36385"/>
                    <a:pt x="39433" y="28099"/>
                  </a:cubicBezTo>
                  <a:cubicBezTo>
                    <a:pt x="39433" y="20193"/>
                    <a:pt x="34385" y="14002"/>
                    <a:pt x="27242" y="14002"/>
                  </a:cubicBezTo>
                  <a:cubicBezTo>
                    <a:pt x="20098" y="14002"/>
                    <a:pt x="14954" y="20193"/>
                    <a:pt x="14954" y="28099"/>
                  </a:cubicBezTo>
                  <a:cubicBezTo>
                    <a:pt x="15050" y="36385"/>
                    <a:pt x="20098" y="42481"/>
                    <a:pt x="27242" y="4248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Полилиния: фигура 146">
              <a:extLst>
                <a:ext uri="{FF2B5EF4-FFF2-40B4-BE49-F238E27FC236}">
                  <a16:creationId xmlns:a16="http://schemas.microsoft.com/office/drawing/2014/main" id="{CA0FBCFA-7F11-4E04-BDF4-BD6A4488C89B}"/>
                </a:ext>
              </a:extLst>
            </p:cNvPr>
            <p:cNvSpPr/>
            <p:nvPr/>
          </p:nvSpPr>
          <p:spPr>
            <a:xfrm>
              <a:off x="11049483" y="1588004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3 h 47625"/>
                <a:gd name="connsiteX3" fmla="*/ 18097 w 47625"/>
                <a:gd name="connsiteY3" fmla="*/ 20383 h 47625"/>
                <a:gd name="connsiteX4" fmla="*/ 30766 w 47625"/>
                <a:gd name="connsiteY4" fmla="*/ 0 h 47625"/>
                <a:gd name="connsiteX5" fmla="*/ 48578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5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4007 h 47625"/>
                <a:gd name="connsiteX12" fmla="*/ 0 w 47625"/>
                <a:gd name="connsiteY12" fmla="*/ 54007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>
                  <a:moveTo>
                    <a:pt x="95" y="0"/>
                  </a:moveTo>
                  <a:lnTo>
                    <a:pt x="15716" y="0"/>
                  </a:lnTo>
                  <a:lnTo>
                    <a:pt x="15716" y="20383"/>
                  </a:lnTo>
                  <a:lnTo>
                    <a:pt x="18097" y="20383"/>
                  </a:lnTo>
                  <a:lnTo>
                    <a:pt x="30766" y="0"/>
                  </a:lnTo>
                  <a:lnTo>
                    <a:pt x="48578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5" y="33433"/>
                  </a:lnTo>
                  <a:lnTo>
                    <a:pt x="15621" y="33433"/>
                  </a:lnTo>
                  <a:lnTo>
                    <a:pt x="15621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Полилиния: фигура 147">
              <a:extLst>
                <a:ext uri="{FF2B5EF4-FFF2-40B4-BE49-F238E27FC236}">
                  <a16:creationId xmlns:a16="http://schemas.microsoft.com/office/drawing/2014/main" id="{3EEF082B-3BAE-467C-BC69-184FACA733A3}"/>
                </a:ext>
              </a:extLst>
            </p:cNvPr>
            <p:cNvSpPr/>
            <p:nvPr/>
          </p:nvSpPr>
          <p:spPr>
            <a:xfrm>
              <a:off x="11107585" y="158800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30480 h 47625"/>
                <a:gd name="connsiteX3" fmla="*/ 15811 w 47625"/>
                <a:gd name="connsiteY3" fmla="*/ 30480 h 47625"/>
                <a:gd name="connsiteX4" fmla="*/ 36385 w 47625"/>
                <a:gd name="connsiteY4" fmla="*/ 0 h 47625"/>
                <a:gd name="connsiteX5" fmla="*/ 49816 w 47625"/>
                <a:gd name="connsiteY5" fmla="*/ 0 h 47625"/>
                <a:gd name="connsiteX6" fmla="*/ 49816 w 47625"/>
                <a:gd name="connsiteY6" fmla="*/ 54007 h 47625"/>
                <a:gd name="connsiteX7" fmla="*/ 34195 w 47625"/>
                <a:gd name="connsiteY7" fmla="*/ 54007 h 47625"/>
                <a:gd name="connsiteX8" fmla="*/ 34195 w 47625"/>
                <a:gd name="connsiteY8" fmla="*/ 23527 h 47625"/>
                <a:gd name="connsiteX9" fmla="*/ 34004 w 47625"/>
                <a:gd name="connsiteY9" fmla="*/ 23527 h 47625"/>
                <a:gd name="connsiteX10" fmla="*/ 13525 w 47625"/>
                <a:gd name="connsiteY10" fmla="*/ 54007 h 47625"/>
                <a:gd name="connsiteX11" fmla="*/ 0 w 47625"/>
                <a:gd name="connsiteY11" fmla="*/ 54007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>
                  <a:moveTo>
                    <a:pt x="0" y="0"/>
                  </a:moveTo>
                  <a:lnTo>
                    <a:pt x="15621" y="0"/>
                  </a:lnTo>
                  <a:lnTo>
                    <a:pt x="15621" y="30480"/>
                  </a:lnTo>
                  <a:lnTo>
                    <a:pt x="15811" y="30480"/>
                  </a:lnTo>
                  <a:lnTo>
                    <a:pt x="36385" y="0"/>
                  </a:lnTo>
                  <a:lnTo>
                    <a:pt x="49816" y="0"/>
                  </a:lnTo>
                  <a:lnTo>
                    <a:pt x="49816" y="54007"/>
                  </a:lnTo>
                  <a:lnTo>
                    <a:pt x="34195" y="54007"/>
                  </a:lnTo>
                  <a:lnTo>
                    <a:pt x="34195" y="23527"/>
                  </a:lnTo>
                  <a:lnTo>
                    <a:pt x="34004" y="23527"/>
                  </a:lnTo>
                  <a:lnTo>
                    <a:pt x="13525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Полилиния: фигура 148">
              <a:extLst>
                <a:ext uri="{FF2B5EF4-FFF2-40B4-BE49-F238E27FC236}">
                  <a16:creationId xmlns:a16="http://schemas.microsoft.com/office/drawing/2014/main" id="{FE0595D6-A28A-4E06-9048-755EC54A5B3D}"/>
                </a:ext>
              </a:extLst>
            </p:cNvPr>
            <p:cNvSpPr/>
            <p:nvPr/>
          </p:nvSpPr>
          <p:spPr>
            <a:xfrm>
              <a:off x="11172545" y="158800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19907 h 47625"/>
                <a:gd name="connsiteX3" fmla="*/ 33242 w 47625"/>
                <a:gd name="connsiteY3" fmla="*/ 19907 h 47625"/>
                <a:gd name="connsiteX4" fmla="*/ 33242 w 47625"/>
                <a:gd name="connsiteY4" fmla="*/ 0 h 47625"/>
                <a:gd name="connsiteX5" fmla="*/ 48863 w 47625"/>
                <a:gd name="connsiteY5" fmla="*/ 0 h 47625"/>
                <a:gd name="connsiteX6" fmla="*/ 48863 w 47625"/>
                <a:gd name="connsiteY6" fmla="*/ 54007 h 47625"/>
                <a:gd name="connsiteX7" fmla="*/ 33242 w 47625"/>
                <a:gd name="connsiteY7" fmla="*/ 54007 h 47625"/>
                <a:gd name="connsiteX8" fmla="*/ 33242 w 47625"/>
                <a:gd name="connsiteY8" fmla="*/ 33623 h 47625"/>
                <a:gd name="connsiteX9" fmla="*/ 15621 w 47625"/>
                <a:gd name="connsiteY9" fmla="*/ 33623 h 47625"/>
                <a:gd name="connsiteX10" fmla="*/ 15621 w 47625"/>
                <a:gd name="connsiteY10" fmla="*/ 54007 h 47625"/>
                <a:gd name="connsiteX11" fmla="*/ 0 w 47625"/>
                <a:gd name="connsiteY11" fmla="*/ 54007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>
                  <a:moveTo>
                    <a:pt x="0" y="0"/>
                  </a:moveTo>
                  <a:lnTo>
                    <a:pt x="15621" y="0"/>
                  </a:lnTo>
                  <a:lnTo>
                    <a:pt x="15621" y="19907"/>
                  </a:lnTo>
                  <a:lnTo>
                    <a:pt x="33242" y="19907"/>
                  </a:lnTo>
                  <a:lnTo>
                    <a:pt x="33242" y="0"/>
                  </a:lnTo>
                  <a:lnTo>
                    <a:pt x="48863" y="0"/>
                  </a:lnTo>
                  <a:lnTo>
                    <a:pt x="48863" y="54007"/>
                  </a:lnTo>
                  <a:lnTo>
                    <a:pt x="33242" y="54007"/>
                  </a:lnTo>
                  <a:lnTo>
                    <a:pt x="33242" y="33623"/>
                  </a:lnTo>
                  <a:lnTo>
                    <a:pt x="15621" y="33623"/>
                  </a:lnTo>
                  <a:lnTo>
                    <a:pt x="15621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Полилиния: фигура 149">
              <a:extLst>
                <a:ext uri="{FF2B5EF4-FFF2-40B4-BE49-F238E27FC236}">
                  <a16:creationId xmlns:a16="http://schemas.microsoft.com/office/drawing/2014/main" id="{205283D1-53DA-4D08-A299-267888E856E1}"/>
                </a:ext>
              </a:extLst>
            </p:cNvPr>
            <p:cNvSpPr/>
            <p:nvPr/>
          </p:nvSpPr>
          <p:spPr>
            <a:xfrm>
              <a:off x="11236173" y="1588004"/>
              <a:ext cx="28575" cy="47625"/>
            </a:xfrm>
            <a:custGeom>
              <a:avLst/>
              <a:gdLst>
                <a:gd name="connsiteX0" fmla="*/ 95 w 28575"/>
                <a:gd name="connsiteY0" fmla="*/ 0 h 47625"/>
                <a:gd name="connsiteX1" fmla="*/ 38005 w 28575"/>
                <a:gd name="connsiteY1" fmla="*/ 0 h 47625"/>
                <a:gd name="connsiteX2" fmla="*/ 32956 w 28575"/>
                <a:gd name="connsiteY2" fmla="*/ 13526 h 47625"/>
                <a:gd name="connsiteX3" fmla="*/ 15621 w 28575"/>
                <a:gd name="connsiteY3" fmla="*/ 13526 h 47625"/>
                <a:gd name="connsiteX4" fmla="*/ 15621 w 28575"/>
                <a:gd name="connsiteY4" fmla="*/ 54007 h 47625"/>
                <a:gd name="connsiteX5" fmla="*/ 0 w 28575"/>
                <a:gd name="connsiteY5" fmla="*/ 54007 h 47625"/>
                <a:gd name="connsiteX6" fmla="*/ 0 w 28575"/>
                <a:gd name="connsiteY6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575" h="47625">
                  <a:moveTo>
                    <a:pt x="95" y="0"/>
                  </a:moveTo>
                  <a:lnTo>
                    <a:pt x="38005" y="0"/>
                  </a:lnTo>
                  <a:lnTo>
                    <a:pt x="32956" y="13526"/>
                  </a:lnTo>
                  <a:lnTo>
                    <a:pt x="15621" y="13526"/>
                  </a:lnTo>
                  <a:lnTo>
                    <a:pt x="15621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Полилиния: фигура 150">
              <a:extLst>
                <a:ext uri="{FF2B5EF4-FFF2-40B4-BE49-F238E27FC236}">
                  <a16:creationId xmlns:a16="http://schemas.microsoft.com/office/drawing/2014/main" id="{0A17F2E7-0753-4ECE-9521-C7D8A0A977E5}"/>
                </a:ext>
              </a:extLst>
            </p:cNvPr>
            <p:cNvSpPr/>
            <p:nvPr/>
          </p:nvSpPr>
          <p:spPr>
            <a:xfrm>
              <a:off x="10438740" y="1385217"/>
              <a:ext cx="323850" cy="400050"/>
            </a:xfrm>
            <a:custGeom>
              <a:avLst/>
              <a:gdLst>
                <a:gd name="connsiteX0" fmla="*/ 166021 w 323850"/>
                <a:gd name="connsiteY0" fmla="*/ 0 h 400050"/>
                <a:gd name="connsiteX1" fmla="*/ 0 w 323850"/>
                <a:gd name="connsiteY1" fmla="*/ 166116 h 400050"/>
                <a:gd name="connsiteX2" fmla="*/ 48482 w 323850"/>
                <a:gd name="connsiteY2" fmla="*/ 283369 h 400050"/>
                <a:gd name="connsiteX3" fmla="*/ 58198 w 323850"/>
                <a:gd name="connsiteY3" fmla="*/ 287369 h 400050"/>
                <a:gd name="connsiteX4" fmla="*/ 71723 w 323850"/>
                <a:gd name="connsiteY4" fmla="*/ 273844 h 400050"/>
                <a:gd name="connsiteX5" fmla="*/ 67627 w 323850"/>
                <a:gd name="connsiteY5" fmla="*/ 264033 h 400050"/>
                <a:gd name="connsiteX6" fmla="*/ 27051 w 323850"/>
                <a:gd name="connsiteY6" fmla="*/ 166021 h 400050"/>
                <a:gd name="connsiteX7" fmla="*/ 166116 w 323850"/>
                <a:gd name="connsiteY7" fmla="*/ 26956 h 400050"/>
                <a:gd name="connsiteX8" fmla="*/ 305181 w 323850"/>
                <a:gd name="connsiteY8" fmla="*/ 166021 h 400050"/>
                <a:gd name="connsiteX9" fmla="*/ 264414 w 323850"/>
                <a:gd name="connsiteY9" fmla="*/ 264319 h 400050"/>
                <a:gd name="connsiteX10" fmla="*/ 146971 w 323850"/>
                <a:gd name="connsiteY10" fmla="*/ 381762 h 400050"/>
                <a:gd name="connsiteX11" fmla="*/ 166116 w 323850"/>
                <a:gd name="connsiteY11" fmla="*/ 400907 h 400050"/>
                <a:gd name="connsiteX12" fmla="*/ 283655 w 323850"/>
                <a:gd name="connsiteY12" fmla="*/ 283369 h 400050"/>
                <a:gd name="connsiteX13" fmla="*/ 332232 w 323850"/>
                <a:gd name="connsiteY13" fmla="*/ 166021 h 400050"/>
                <a:gd name="connsiteX14" fmla="*/ 166021 w 323850"/>
                <a:gd name="connsiteY14" fmla="*/ 0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23850" h="400050">
                  <a:moveTo>
                    <a:pt x="166021" y="0"/>
                  </a:moveTo>
                  <a:cubicBezTo>
                    <a:pt x="74295" y="0"/>
                    <a:pt x="0" y="74390"/>
                    <a:pt x="0" y="166116"/>
                  </a:cubicBezTo>
                  <a:cubicBezTo>
                    <a:pt x="0" y="211931"/>
                    <a:pt x="18574" y="253460"/>
                    <a:pt x="48482" y="283369"/>
                  </a:cubicBezTo>
                  <a:cubicBezTo>
                    <a:pt x="51054" y="285941"/>
                    <a:pt x="54388" y="287369"/>
                    <a:pt x="58198" y="287369"/>
                  </a:cubicBezTo>
                  <a:cubicBezTo>
                    <a:pt x="65627" y="287369"/>
                    <a:pt x="71723" y="281369"/>
                    <a:pt x="71723" y="273844"/>
                  </a:cubicBezTo>
                  <a:cubicBezTo>
                    <a:pt x="71723" y="270034"/>
                    <a:pt x="70104" y="266605"/>
                    <a:pt x="67627" y="264033"/>
                  </a:cubicBezTo>
                  <a:cubicBezTo>
                    <a:pt x="42672" y="239078"/>
                    <a:pt x="27051" y="204216"/>
                    <a:pt x="27051" y="166021"/>
                  </a:cubicBezTo>
                  <a:cubicBezTo>
                    <a:pt x="27051" y="89345"/>
                    <a:pt x="89440" y="26956"/>
                    <a:pt x="166116" y="26956"/>
                  </a:cubicBezTo>
                  <a:cubicBezTo>
                    <a:pt x="242792" y="26956"/>
                    <a:pt x="305181" y="89345"/>
                    <a:pt x="305181" y="166021"/>
                  </a:cubicBezTo>
                  <a:cubicBezTo>
                    <a:pt x="305181" y="204407"/>
                    <a:pt x="289560" y="239173"/>
                    <a:pt x="264414" y="264319"/>
                  </a:cubicBezTo>
                  <a:lnTo>
                    <a:pt x="146971" y="381762"/>
                  </a:lnTo>
                  <a:lnTo>
                    <a:pt x="166116" y="400907"/>
                  </a:lnTo>
                  <a:lnTo>
                    <a:pt x="283655" y="283369"/>
                  </a:lnTo>
                  <a:cubicBezTo>
                    <a:pt x="313658" y="253365"/>
                    <a:pt x="332232" y="211836"/>
                    <a:pt x="332232" y="166021"/>
                  </a:cubicBezTo>
                  <a:cubicBezTo>
                    <a:pt x="332042" y="74390"/>
                    <a:pt x="257746" y="0"/>
                    <a:pt x="166021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Полилиния: фигура 151">
              <a:extLst>
                <a:ext uri="{FF2B5EF4-FFF2-40B4-BE49-F238E27FC236}">
                  <a16:creationId xmlns:a16="http://schemas.microsoft.com/office/drawing/2014/main" id="{8031971F-0BAB-4769-8EED-A5F931280927}"/>
                </a:ext>
              </a:extLst>
            </p:cNvPr>
            <p:cNvSpPr/>
            <p:nvPr/>
          </p:nvSpPr>
          <p:spPr>
            <a:xfrm>
              <a:off x="10590949" y="1506470"/>
              <a:ext cx="47625" cy="38100"/>
            </a:xfrm>
            <a:custGeom>
              <a:avLst/>
              <a:gdLst>
                <a:gd name="connsiteX0" fmla="*/ 32385 w 47625"/>
                <a:gd name="connsiteY0" fmla="*/ 38862 h 38100"/>
                <a:gd name="connsiteX1" fmla="*/ 40576 w 47625"/>
                <a:gd name="connsiteY1" fmla="*/ 36004 h 38100"/>
                <a:gd name="connsiteX2" fmla="*/ 46196 w 47625"/>
                <a:gd name="connsiteY2" fmla="*/ 30004 h 38100"/>
                <a:gd name="connsiteX3" fmla="*/ 48292 w 47625"/>
                <a:gd name="connsiteY3" fmla="*/ 19812 h 38100"/>
                <a:gd name="connsiteX4" fmla="*/ 46196 w 47625"/>
                <a:gd name="connsiteY4" fmla="*/ 9620 h 38100"/>
                <a:gd name="connsiteX5" fmla="*/ 40576 w 47625"/>
                <a:gd name="connsiteY5" fmla="*/ 3619 h 38100"/>
                <a:gd name="connsiteX6" fmla="*/ 32385 w 47625"/>
                <a:gd name="connsiteY6" fmla="*/ 762 h 38100"/>
                <a:gd name="connsiteX7" fmla="*/ 22670 w 47625"/>
                <a:gd name="connsiteY7" fmla="*/ 0 h 38100"/>
                <a:gd name="connsiteX8" fmla="*/ 0 w 47625"/>
                <a:gd name="connsiteY8" fmla="*/ 0 h 38100"/>
                <a:gd name="connsiteX9" fmla="*/ 0 w 47625"/>
                <a:gd name="connsiteY9" fmla="*/ 39719 h 38100"/>
                <a:gd name="connsiteX10" fmla="*/ 22670 w 47625"/>
                <a:gd name="connsiteY10" fmla="*/ 39719 h 38100"/>
                <a:gd name="connsiteX11" fmla="*/ 32385 w 47625"/>
                <a:gd name="connsiteY11" fmla="*/ 38862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7625" h="38100">
                  <a:moveTo>
                    <a:pt x="32385" y="38862"/>
                  </a:moveTo>
                  <a:cubicBezTo>
                    <a:pt x="35433" y="38386"/>
                    <a:pt x="38195" y="37433"/>
                    <a:pt x="40576" y="36004"/>
                  </a:cubicBezTo>
                  <a:cubicBezTo>
                    <a:pt x="42958" y="34576"/>
                    <a:pt x="44863" y="32576"/>
                    <a:pt x="46196" y="30004"/>
                  </a:cubicBezTo>
                  <a:cubicBezTo>
                    <a:pt x="47625" y="27432"/>
                    <a:pt x="48292" y="24003"/>
                    <a:pt x="48292" y="19812"/>
                  </a:cubicBezTo>
                  <a:cubicBezTo>
                    <a:pt x="48292" y="15621"/>
                    <a:pt x="47625" y="12192"/>
                    <a:pt x="46196" y="9620"/>
                  </a:cubicBezTo>
                  <a:cubicBezTo>
                    <a:pt x="44767" y="7048"/>
                    <a:pt x="42863" y="5048"/>
                    <a:pt x="40576" y="3619"/>
                  </a:cubicBezTo>
                  <a:cubicBezTo>
                    <a:pt x="38195" y="2191"/>
                    <a:pt x="35528" y="1238"/>
                    <a:pt x="32385" y="762"/>
                  </a:cubicBezTo>
                  <a:cubicBezTo>
                    <a:pt x="29242" y="286"/>
                    <a:pt x="26099" y="0"/>
                    <a:pt x="22670" y="0"/>
                  </a:cubicBezTo>
                  <a:lnTo>
                    <a:pt x="0" y="0"/>
                  </a:lnTo>
                  <a:lnTo>
                    <a:pt x="0" y="39719"/>
                  </a:lnTo>
                  <a:lnTo>
                    <a:pt x="22670" y="39719"/>
                  </a:lnTo>
                  <a:cubicBezTo>
                    <a:pt x="26003" y="39529"/>
                    <a:pt x="29242" y="39338"/>
                    <a:pt x="32385" y="3886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Полилиния: фигура 152">
              <a:extLst>
                <a:ext uri="{FF2B5EF4-FFF2-40B4-BE49-F238E27FC236}">
                  <a16:creationId xmlns:a16="http://schemas.microsoft.com/office/drawing/2014/main" id="{7BA5E6DB-BD97-46B1-9989-D2223C1B1DB6}"/>
                </a:ext>
              </a:extLst>
            </p:cNvPr>
            <p:cNvSpPr/>
            <p:nvPr/>
          </p:nvSpPr>
          <p:spPr>
            <a:xfrm>
              <a:off x="10496556" y="1441796"/>
              <a:ext cx="209550" cy="209550"/>
            </a:xfrm>
            <a:custGeom>
              <a:avLst/>
              <a:gdLst>
                <a:gd name="connsiteX0" fmla="*/ 108204 w 209550"/>
                <a:gd name="connsiteY0" fmla="*/ 216408 h 209550"/>
                <a:gd name="connsiteX1" fmla="*/ 216408 w 209550"/>
                <a:gd name="connsiteY1" fmla="*/ 108204 h 209550"/>
                <a:gd name="connsiteX2" fmla="*/ 108204 w 209550"/>
                <a:gd name="connsiteY2" fmla="*/ 0 h 209550"/>
                <a:gd name="connsiteX3" fmla="*/ 0 w 209550"/>
                <a:gd name="connsiteY3" fmla="*/ 108204 h 209550"/>
                <a:gd name="connsiteX4" fmla="*/ 108204 w 209550"/>
                <a:gd name="connsiteY4" fmla="*/ 216408 h 209550"/>
                <a:gd name="connsiteX5" fmla="*/ 65246 w 209550"/>
                <a:gd name="connsiteY5" fmla="*/ 41815 h 209550"/>
                <a:gd name="connsiteX6" fmla="*/ 125063 w 209550"/>
                <a:gd name="connsiteY6" fmla="*/ 41815 h 209550"/>
                <a:gd name="connsiteX7" fmla="*/ 146209 w 209550"/>
                <a:gd name="connsiteY7" fmla="*/ 45434 h 209550"/>
                <a:gd name="connsiteX8" fmla="*/ 160401 w 209550"/>
                <a:gd name="connsiteY8" fmla="*/ 55055 h 209550"/>
                <a:gd name="connsiteX9" fmla="*/ 168402 w 209550"/>
                <a:gd name="connsiteY9" fmla="*/ 68580 h 209550"/>
                <a:gd name="connsiteX10" fmla="*/ 170879 w 209550"/>
                <a:gd name="connsiteY10" fmla="*/ 84392 h 209550"/>
                <a:gd name="connsiteX11" fmla="*/ 168402 w 209550"/>
                <a:gd name="connsiteY11" fmla="*/ 100108 h 209550"/>
                <a:gd name="connsiteX12" fmla="*/ 160401 w 209550"/>
                <a:gd name="connsiteY12" fmla="*/ 113729 h 209550"/>
                <a:gd name="connsiteX13" fmla="*/ 146209 w 209550"/>
                <a:gd name="connsiteY13" fmla="*/ 123254 h 209550"/>
                <a:gd name="connsiteX14" fmla="*/ 125063 w 209550"/>
                <a:gd name="connsiteY14" fmla="*/ 126873 h 209550"/>
                <a:gd name="connsiteX15" fmla="*/ 94393 w 209550"/>
                <a:gd name="connsiteY15" fmla="*/ 126873 h 209550"/>
                <a:gd name="connsiteX16" fmla="*/ 94393 w 209550"/>
                <a:gd name="connsiteY16" fmla="*/ 174403 h 209550"/>
                <a:gd name="connsiteX17" fmla="*/ 65246 w 209550"/>
                <a:gd name="connsiteY17" fmla="*/ 174403 h 209550"/>
                <a:gd name="connsiteX18" fmla="*/ 65246 w 209550"/>
                <a:gd name="connsiteY18" fmla="*/ 41815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9550" h="209550">
                  <a:moveTo>
                    <a:pt x="108204" y="216408"/>
                  </a:moveTo>
                  <a:cubicBezTo>
                    <a:pt x="168021" y="216408"/>
                    <a:pt x="216408" y="167926"/>
                    <a:pt x="216408" y="108204"/>
                  </a:cubicBezTo>
                  <a:cubicBezTo>
                    <a:pt x="216408" y="48387"/>
                    <a:pt x="167926" y="0"/>
                    <a:pt x="108204" y="0"/>
                  </a:cubicBezTo>
                  <a:cubicBezTo>
                    <a:pt x="48387" y="0"/>
                    <a:pt x="0" y="48482"/>
                    <a:pt x="0" y="108204"/>
                  </a:cubicBezTo>
                  <a:cubicBezTo>
                    <a:pt x="0" y="167926"/>
                    <a:pt x="48387" y="216408"/>
                    <a:pt x="108204" y="216408"/>
                  </a:cubicBezTo>
                  <a:close/>
                  <a:moveTo>
                    <a:pt x="65246" y="41815"/>
                  </a:moveTo>
                  <a:lnTo>
                    <a:pt x="125063" y="41815"/>
                  </a:lnTo>
                  <a:cubicBezTo>
                    <a:pt x="133350" y="41815"/>
                    <a:pt x="140399" y="43053"/>
                    <a:pt x="146209" y="45434"/>
                  </a:cubicBezTo>
                  <a:cubicBezTo>
                    <a:pt x="152019" y="47816"/>
                    <a:pt x="156782" y="51054"/>
                    <a:pt x="160401" y="55055"/>
                  </a:cubicBezTo>
                  <a:cubicBezTo>
                    <a:pt x="164021" y="59055"/>
                    <a:pt x="166688" y="63532"/>
                    <a:pt x="168402" y="68580"/>
                  </a:cubicBezTo>
                  <a:cubicBezTo>
                    <a:pt x="170117" y="73628"/>
                    <a:pt x="170879" y="78962"/>
                    <a:pt x="170879" y="84392"/>
                  </a:cubicBezTo>
                  <a:cubicBezTo>
                    <a:pt x="170879" y="89726"/>
                    <a:pt x="170021" y="94964"/>
                    <a:pt x="168402" y="100108"/>
                  </a:cubicBezTo>
                  <a:cubicBezTo>
                    <a:pt x="166783" y="105251"/>
                    <a:pt x="164021" y="109823"/>
                    <a:pt x="160401" y="113729"/>
                  </a:cubicBezTo>
                  <a:cubicBezTo>
                    <a:pt x="156782" y="117729"/>
                    <a:pt x="152019" y="120872"/>
                    <a:pt x="146209" y="123254"/>
                  </a:cubicBezTo>
                  <a:cubicBezTo>
                    <a:pt x="140399" y="125635"/>
                    <a:pt x="133350" y="126873"/>
                    <a:pt x="125063" y="126873"/>
                  </a:cubicBezTo>
                  <a:lnTo>
                    <a:pt x="94393" y="126873"/>
                  </a:lnTo>
                  <a:lnTo>
                    <a:pt x="94393" y="174403"/>
                  </a:lnTo>
                  <a:lnTo>
                    <a:pt x="65246" y="174403"/>
                  </a:lnTo>
                  <a:lnTo>
                    <a:pt x="65246" y="418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259" name="Такси" hidden="1">
            <a:extLst>
              <a:ext uri="{FF2B5EF4-FFF2-40B4-BE49-F238E27FC236}">
                <a16:creationId xmlns:a16="http://schemas.microsoft.com/office/drawing/2014/main" id="{312C5B48-D660-452C-A6A9-7833034E412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54294" y="6388794"/>
            <a:ext cx="559622" cy="319479"/>
            <a:chOff x="4975650" y="3912409"/>
            <a:chExt cx="700755" cy="400050"/>
          </a:xfrm>
          <a:solidFill>
            <a:srgbClr val="FFB301"/>
          </a:solidFill>
        </p:grpSpPr>
        <p:sp>
          <p:nvSpPr>
            <p:cNvPr id="260" name="Полилиния: фигура 259">
              <a:extLst>
                <a:ext uri="{FF2B5EF4-FFF2-40B4-BE49-F238E27FC236}">
                  <a16:creationId xmlns:a16="http://schemas.microsoft.com/office/drawing/2014/main" id="{C46E7177-7E69-4D76-BB58-AF267CC52855}"/>
                </a:ext>
              </a:extLst>
            </p:cNvPr>
            <p:cNvSpPr/>
            <p:nvPr/>
          </p:nvSpPr>
          <p:spPr>
            <a:xfrm>
              <a:off x="5394941" y="4045950"/>
              <a:ext cx="57150" cy="66675"/>
            </a:xfrm>
            <a:custGeom>
              <a:avLst/>
              <a:gdLst>
                <a:gd name="connsiteX0" fmla="*/ 23146 w 57150"/>
                <a:gd name="connsiteY0" fmla="*/ 14288 h 66675"/>
                <a:gd name="connsiteX1" fmla="*/ 0 w 57150"/>
                <a:gd name="connsiteY1" fmla="*/ 14288 h 66675"/>
                <a:gd name="connsiteX2" fmla="*/ 0 w 57150"/>
                <a:gd name="connsiteY2" fmla="*/ 0 h 66675"/>
                <a:gd name="connsiteX3" fmla="*/ 66294 w 57150"/>
                <a:gd name="connsiteY3" fmla="*/ 0 h 66675"/>
                <a:gd name="connsiteX4" fmla="*/ 61150 w 57150"/>
                <a:gd name="connsiteY4" fmla="*/ 14288 h 66675"/>
                <a:gd name="connsiteX5" fmla="*/ 39719 w 57150"/>
                <a:gd name="connsiteY5" fmla="*/ 14288 h 66675"/>
                <a:gd name="connsiteX6" fmla="*/ 39719 w 57150"/>
                <a:gd name="connsiteY6" fmla="*/ 74771 h 66675"/>
                <a:gd name="connsiteX7" fmla="*/ 23146 w 57150"/>
                <a:gd name="connsiteY7" fmla="*/ 74771 h 66675"/>
                <a:gd name="connsiteX8" fmla="*/ 23146 w 57150"/>
                <a:gd name="connsiteY8" fmla="*/ 1428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7150" h="66675">
                  <a:moveTo>
                    <a:pt x="23146" y="14288"/>
                  </a:moveTo>
                  <a:lnTo>
                    <a:pt x="0" y="14288"/>
                  </a:lnTo>
                  <a:lnTo>
                    <a:pt x="0" y="0"/>
                  </a:lnTo>
                  <a:lnTo>
                    <a:pt x="66294" y="0"/>
                  </a:lnTo>
                  <a:lnTo>
                    <a:pt x="61150" y="14288"/>
                  </a:lnTo>
                  <a:lnTo>
                    <a:pt x="39719" y="14288"/>
                  </a:lnTo>
                  <a:lnTo>
                    <a:pt x="39719" y="74771"/>
                  </a:lnTo>
                  <a:lnTo>
                    <a:pt x="23146" y="74771"/>
                  </a:lnTo>
                  <a:lnTo>
                    <a:pt x="23146" y="1428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Полилиния: фигура 260">
              <a:extLst>
                <a:ext uri="{FF2B5EF4-FFF2-40B4-BE49-F238E27FC236}">
                  <a16:creationId xmlns:a16="http://schemas.microsoft.com/office/drawing/2014/main" id="{C381767A-8FCC-47CB-AFAA-36F0E3086872}"/>
                </a:ext>
              </a:extLst>
            </p:cNvPr>
            <p:cNvSpPr/>
            <p:nvPr/>
          </p:nvSpPr>
          <p:spPr>
            <a:xfrm>
              <a:off x="5454853" y="4065380"/>
              <a:ext cx="47625" cy="47625"/>
            </a:xfrm>
            <a:custGeom>
              <a:avLst/>
              <a:gdLst>
                <a:gd name="connsiteX0" fmla="*/ 0 w 47625"/>
                <a:gd name="connsiteY0" fmla="*/ 38386 h 47625"/>
                <a:gd name="connsiteX1" fmla="*/ 23813 w 47625"/>
                <a:gd name="connsiteY1" fmla="*/ 20765 h 47625"/>
                <a:gd name="connsiteX2" fmla="*/ 32861 w 47625"/>
                <a:gd name="connsiteY2" fmla="*/ 21336 h 47625"/>
                <a:gd name="connsiteX3" fmla="*/ 32861 w 47625"/>
                <a:gd name="connsiteY3" fmla="*/ 20574 h 47625"/>
                <a:gd name="connsiteX4" fmla="*/ 24194 w 47625"/>
                <a:gd name="connsiteY4" fmla="*/ 13716 h 47625"/>
                <a:gd name="connsiteX5" fmla="*/ 11621 w 47625"/>
                <a:gd name="connsiteY5" fmla="*/ 17717 h 47625"/>
                <a:gd name="connsiteX6" fmla="*/ 2477 w 47625"/>
                <a:gd name="connsiteY6" fmla="*/ 8382 h 47625"/>
                <a:gd name="connsiteX7" fmla="*/ 24956 w 47625"/>
                <a:gd name="connsiteY7" fmla="*/ 0 h 47625"/>
                <a:gd name="connsiteX8" fmla="*/ 48578 w 47625"/>
                <a:gd name="connsiteY8" fmla="*/ 20955 h 47625"/>
                <a:gd name="connsiteX9" fmla="*/ 48578 w 47625"/>
                <a:gd name="connsiteY9" fmla="*/ 55245 h 47625"/>
                <a:gd name="connsiteX10" fmla="*/ 33147 w 47625"/>
                <a:gd name="connsiteY10" fmla="*/ 55245 h 47625"/>
                <a:gd name="connsiteX11" fmla="*/ 33147 w 47625"/>
                <a:gd name="connsiteY11" fmla="*/ 49816 h 47625"/>
                <a:gd name="connsiteX12" fmla="*/ 32957 w 47625"/>
                <a:gd name="connsiteY12" fmla="*/ 49816 h 47625"/>
                <a:gd name="connsiteX13" fmla="*/ 18383 w 47625"/>
                <a:gd name="connsiteY13" fmla="*/ 56579 h 47625"/>
                <a:gd name="connsiteX14" fmla="*/ 0 w 47625"/>
                <a:gd name="connsiteY14" fmla="*/ 38386 h 47625"/>
                <a:gd name="connsiteX15" fmla="*/ 32957 w 47625"/>
                <a:gd name="connsiteY15" fmla="*/ 34671 h 47625"/>
                <a:gd name="connsiteX16" fmla="*/ 32957 w 47625"/>
                <a:gd name="connsiteY16" fmla="*/ 32861 h 47625"/>
                <a:gd name="connsiteX17" fmla="*/ 26099 w 47625"/>
                <a:gd name="connsiteY17" fmla="*/ 32099 h 47625"/>
                <a:gd name="connsiteX18" fmla="*/ 15812 w 47625"/>
                <a:gd name="connsiteY18" fmla="*/ 38291 h 47625"/>
                <a:gd name="connsiteX19" fmla="*/ 23241 w 47625"/>
                <a:gd name="connsiteY19" fmla="*/ 44387 h 47625"/>
                <a:gd name="connsiteX20" fmla="*/ 32957 w 47625"/>
                <a:gd name="connsiteY20" fmla="*/ 34671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>
                  <a:moveTo>
                    <a:pt x="0" y="38386"/>
                  </a:moveTo>
                  <a:cubicBezTo>
                    <a:pt x="0" y="29813"/>
                    <a:pt x="7144" y="20765"/>
                    <a:pt x="23813" y="20765"/>
                  </a:cubicBezTo>
                  <a:cubicBezTo>
                    <a:pt x="26194" y="20765"/>
                    <a:pt x="30004" y="20860"/>
                    <a:pt x="32861" y="21336"/>
                  </a:cubicBezTo>
                  <a:lnTo>
                    <a:pt x="32861" y="20574"/>
                  </a:lnTo>
                  <a:cubicBezTo>
                    <a:pt x="32861" y="15526"/>
                    <a:pt x="28766" y="13716"/>
                    <a:pt x="24194" y="13716"/>
                  </a:cubicBezTo>
                  <a:cubicBezTo>
                    <a:pt x="20098" y="13716"/>
                    <a:pt x="15621" y="14954"/>
                    <a:pt x="11621" y="17717"/>
                  </a:cubicBezTo>
                  <a:lnTo>
                    <a:pt x="2477" y="8382"/>
                  </a:lnTo>
                  <a:cubicBezTo>
                    <a:pt x="8668" y="2572"/>
                    <a:pt x="17621" y="0"/>
                    <a:pt x="24956" y="0"/>
                  </a:cubicBezTo>
                  <a:cubicBezTo>
                    <a:pt x="39053" y="0"/>
                    <a:pt x="48578" y="8001"/>
                    <a:pt x="48578" y="20955"/>
                  </a:cubicBezTo>
                  <a:lnTo>
                    <a:pt x="48578" y="55245"/>
                  </a:lnTo>
                  <a:lnTo>
                    <a:pt x="33147" y="55245"/>
                  </a:lnTo>
                  <a:lnTo>
                    <a:pt x="33147" y="49816"/>
                  </a:lnTo>
                  <a:lnTo>
                    <a:pt x="32957" y="49816"/>
                  </a:lnTo>
                  <a:cubicBezTo>
                    <a:pt x="30194" y="54483"/>
                    <a:pt x="25146" y="56579"/>
                    <a:pt x="18383" y="56579"/>
                  </a:cubicBezTo>
                  <a:cubicBezTo>
                    <a:pt x="7811" y="56579"/>
                    <a:pt x="0" y="48768"/>
                    <a:pt x="0" y="38386"/>
                  </a:cubicBezTo>
                  <a:close/>
                  <a:moveTo>
                    <a:pt x="32957" y="34671"/>
                  </a:moveTo>
                  <a:lnTo>
                    <a:pt x="32957" y="32861"/>
                  </a:lnTo>
                  <a:cubicBezTo>
                    <a:pt x="30861" y="32480"/>
                    <a:pt x="28289" y="32099"/>
                    <a:pt x="26099" y="32099"/>
                  </a:cubicBezTo>
                  <a:cubicBezTo>
                    <a:pt x="18955" y="32099"/>
                    <a:pt x="15907" y="34671"/>
                    <a:pt x="15812" y="38291"/>
                  </a:cubicBezTo>
                  <a:cubicBezTo>
                    <a:pt x="15716" y="41910"/>
                    <a:pt x="18479" y="44482"/>
                    <a:pt x="23241" y="44387"/>
                  </a:cubicBezTo>
                  <a:cubicBezTo>
                    <a:pt x="27813" y="44291"/>
                    <a:pt x="32957" y="41529"/>
                    <a:pt x="32957" y="346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Полилиния: фигура 261">
              <a:extLst>
                <a:ext uri="{FF2B5EF4-FFF2-40B4-BE49-F238E27FC236}">
                  <a16:creationId xmlns:a16="http://schemas.microsoft.com/office/drawing/2014/main" id="{C4A8F098-E6FF-45E0-A0B3-E4F3CC32E6D5}"/>
                </a:ext>
              </a:extLst>
            </p:cNvPr>
            <p:cNvSpPr/>
            <p:nvPr/>
          </p:nvSpPr>
          <p:spPr>
            <a:xfrm>
              <a:off x="5517527" y="4066714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3 h 47625"/>
                <a:gd name="connsiteX3" fmla="*/ 18098 w 47625"/>
                <a:gd name="connsiteY3" fmla="*/ 20383 h 47625"/>
                <a:gd name="connsiteX4" fmla="*/ 30766 w 47625"/>
                <a:gd name="connsiteY4" fmla="*/ 0 h 47625"/>
                <a:gd name="connsiteX5" fmla="*/ 48578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6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3912 h 47625"/>
                <a:gd name="connsiteX12" fmla="*/ 0 w 47625"/>
                <a:gd name="connsiteY12" fmla="*/ 53912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>
                  <a:moveTo>
                    <a:pt x="95" y="0"/>
                  </a:moveTo>
                  <a:lnTo>
                    <a:pt x="15716" y="0"/>
                  </a:lnTo>
                  <a:lnTo>
                    <a:pt x="15716" y="20383"/>
                  </a:lnTo>
                  <a:lnTo>
                    <a:pt x="18098" y="20383"/>
                  </a:lnTo>
                  <a:lnTo>
                    <a:pt x="30766" y="0"/>
                  </a:lnTo>
                  <a:lnTo>
                    <a:pt x="48578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6" y="33433"/>
                  </a:lnTo>
                  <a:lnTo>
                    <a:pt x="15621" y="33433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Полилиния: фигура 262">
              <a:extLst>
                <a:ext uri="{FF2B5EF4-FFF2-40B4-BE49-F238E27FC236}">
                  <a16:creationId xmlns:a16="http://schemas.microsoft.com/office/drawing/2014/main" id="{929AD959-62C6-49E2-9C36-035DB1F14320}"/>
                </a:ext>
              </a:extLst>
            </p:cNvPr>
            <p:cNvSpPr/>
            <p:nvPr/>
          </p:nvSpPr>
          <p:spPr>
            <a:xfrm>
              <a:off x="5572106" y="4065476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5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7" y="1429"/>
                    <a:pt x="47149" y="7525"/>
                  </a:cubicBezTo>
                  <a:lnTo>
                    <a:pt x="37243" y="17335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5"/>
                    <a:pt x="20574" y="42672"/>
                    <a:pt x="27622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7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Полилиния: фигура 263">
              <a:extLst>
                <a:ext uri="{FF2B5EF4-FFF2-40B4-BE49-F238E27FC236}">
                  <a16:creationId xmlns:a16="http://schemas.microsoft.com/office/drawing/2014/main" id="{F7177057-24D3-4EAD-8674-E7B7E121DAF6}"/>
                </a:ext>
              </a:extLst>
            </p:cNvPr>
            <p:cNvSpPr/>
            <p:nvPr/>
          </p:nvSpPr>
          <p:spPr>
            <a:xfrm>
              <a:off x="5628780" y="406671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30480 h 47625"/>
                <a:gd name="connsiteX3" fmla="*/ 15812 w 47625"/>
                <a:gd name="connsiteY3" fmla="*/ 30480 h 47625"/>
                <a:gd name="connsiteX4" fmla="*/ 36481 w 47625"/>
                <a:gd name="connsiteY4" fmla="*/ 0 h 47625"/>
                <a:gd name="connsiteX5" fmla="*/ 49911 w 47625"/>
                <a:gd name="connsiteY5" fmla="*/ 0 h 47625"/>
                <a:gd name="connsiteX6" fmla="*/ 49911 w 47625"/>
                <a:gd name="connsiteY6" fmla="*/ 53912 h 47625"/>
                <a:gd name="connsiteX7" fmla="*/ 34290 w 47625"/>
                <a:gd name="connsiteY7" fmla="*/ 53912 h 47625"/>
                <a:gd name="connsiteX8" fmla="*/ 34290 w 47625"/>
                <a:gd name="connsiteY8" fmla="*/ 23431 h 47625"/>
                <a:gd name="connsiteX9" fmla="*/ 34100 w 47625"/>
                <a:gd name="connsiteY9" fmla="*/ 23431 h 47625"/>
                <a:gd name="connsiteX10" fmla="*/ 13621 w 47625"/>
                <a:gd name="connsiteY10" fmla="*/ 53912 h 47625"/>
                <a:gd name="connsiteX11" fmla="*/ 95 w 47625"/>
                <a:gd name="connsiteY11" fmla="*/ 53912 h 47625"/>
                <a:gd name="connsiteX12" fmla="*/ 95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>
                  <a:moveTo>
                    <a:pt x="0" y="0"/>
                  </a:moveTo>
                  <a:lnTo>
                    <a:pt x="15621" y="0"/>
                  </a:lnTo>
                  <a:lnTo>
                    <a:pt x="15621" y="30480"/>
                  </a:lnTo>
                  <a:lnTo>
                    <a:pt x="15812" y="30480"/>
                  </a:lnTo>
                  <a:lnTo>
                    <a:pt x="36481" y="0"/>
                  </a:lnTo>
                  <a:lnTo>
                    <a:pt x="49911" y="0"/>
                  </a:lnTo>
                  <a:lnTo>
                    <a:pt x="49911" y="53912"/>
                  </a:lnTo>
                  <a:lnTo>
                    <a:pt x="34290" y="53912"/>
                  </a:lnTo>
                  <a:lnTo>
                    <a:pt x="34290" y="23431"/>
                  </a:lnTo>
                  <a:lnTo>
                    <a:pt x="34100" y="23431"/>
                  </a:lnTo>
                  <a:lnTo>
                    <a:pt x="13621" y="53912"/>
                  </a:lnTo>
                  <a:lnTo>
                    <a:pt x="95" y="53912"/>
                  </a:lnTo>
                  <a:lnTo>
                    <a:pt x="9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Полилиния: фигура 264">
              <a:extLst>
                <a:ext uri="{FF2B5EF4-FFF2-40B4-BE49-F238E27FC236}">
                  <a16:creationId xmlns:a16="http://schemas.microsoft.com/office/drawing/2014/main" id="{43B7C64C-86D5-451C-AE64-454ABE30710B}"/>
                </a:ext>
              </a:extLst>
            </p:cNvPr>
            <p:cNvSpPr/>
            <p:nvPr/>
          </p:nvSpPr>
          <p:spPr>
            <a:xfrm>
              <a:off x="4975650" y="3912409"/>
              <a:ext cx="323850" cy="400050"/>
            </a:xfrm>
            <a:custGeom>
              <a:avLst/>
              <a:gdLst>
                <a:gd name="connsiteX0" fmla="*/ 0 w 323850"/>
                <a:gd name="connsiteY0" fmla="*/ 166116 h 400050"/>
                <a:gd name="connsiteX1" fmla="*/ 48482 w 323850"/>
                <a:gd name="connsiteY1" fmla="*/ 283369 h 400050"/>
                <a:gd name="connsiteX2" fmla="*/ 58198 w 323850"/>
                <a:gd name="connsiteY2" fmla="*/ 287369 h 400050"/>
                <a:gd name="connsiteX3" fmla="*/ 71723 w 323850"/>
                <a:gd name="connsiteY3" fmla="*/ 273844 h 400050"/>
                <a:gd name="connsiteX4" fmla="*/ 67628 w 323850"/>
                <a:gd name="connsiteY4" fmla="*/ 264033 h 400050"/>
                <a:gd name="connsiteX5" fmla="*/ 27051 w 323850"/>
                <a:gd name="connsiteY5" fmla="*/ 166021 h 400050"/>
                <a:gd name="connsiteX6" fmla="*/ 166116 w 323850"/>
                <a:gd name="connsiteY6" fmla="*/ 26956 h 400050"/>
                <a:gd name="connsiteX7" fmla="*/ 305181 w 323850"/>
                <a:gd name="connsiteY7" fmla="*/ 166021 h 400050"/>
                <a:gd name="connsiteX8" fmla="*/ 264414 w 323850"/>
                <a:gd name="connsiteY8" fmla="*/ 264319 h 400050"/>
                <a:gd name="connsiteX9" fmla="*/ 146971 w 323850"/>
                <a:gd name="connsiteY9" fmla="*/ 381762 h 400050"/>
                <a:gd name="connsiteX10" fmla="*/ 166116 w 323850"/>
                <a:gd name="connsiteY10" fmla="*/ 400907 h 400050"/>
                <a:gd name="connsiteX11" fmla="*/ 283655 w 323850"/>
                <a:gd name="connsiteY11" fmla="*/ 283369 h 400050"/>
                <a:gd name="connsiteX12" fmla="*/ 332232 w 323850"/>
                <a:gd name="connsiteY12" fmla="*/ 166021 h 400050"/>
                <a:gd name="connsiteX13" fmla="*/ 166116 w 323850"/>
                <a:gd name="connsiteY13" fmla="*/ 0 h 400050"/>
                <a:gd name="connsiteX14" fmla="*/ 0 w 323850"/>
                <a:gd name="connsiteY14" fmla="*/ 166116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23850" h="400050">
                  <a:moveTo>
                    <a:pt x="0" y="166116"/>
                  </a:moveTo>
                  <a:cubicBezTo>
                    <a:pt x="0" y="211931"/>
                    <a:pt x="18574" y="253460"/>
                    <a:pt x="48482" y="283369"/>
                  </a:cubicBezTo>
                  <a:cubicBezTo>
                    <a:pt x="51054" y="285941"/>
                    <a:pt x="54388" y="287369"/>
                    <a:pt x="58198" y="287369"/>
                  </a:cubicBezTo>
                  <a:cubicBezTo>
                    <a:pt x="65627" y="287369"/>
                    <a:pt x="71723" y="281369"/>
                    <a:pt x="71723" y="273844"/>
                  </a:cubicBezTo>
                  <a:cubicBezTo>
                    <a:pt x="71723" y="270034"/>
                    <a:pt x="70104" y="266605"/>
                    <a:pt x="67628" y="264033"/>
                  </a:cubicBezTo>
                  <a:cubicBezTo>
                    <a:pt x="42672" y="239078"/>
                    <a:pt x="27051" y="204216"/>
                    <a:pt x="27051" y="166021"/>
                  </a:cubicBezTo>
                  <a:cubicBezTo>
                    <a:pt x="27051" y="89345"/>
                    <a:pt x="89440" y="26956"/>
                    <a:pt x="166116" y="26956"/>
                  </a:cubicBezTo>
                  <a:cubicBezTo>
                    <a:pt x="242792" y="26956"/>
                    <a:pt x="305181" y="89345"/>
                    <a:pt x="305181" y="166021"/>
                  </a:cubicBezTo>
                  <a:cubicBezTo>
                    <a:pt x="305181" y="204406"/>
                    <a:pt x="289560" y="239173"/>
                    <a:pt x="264414" y="264319"/>
                  </a:cubicBezTo>
                  <a:lnTo>
                    <a:pt x="146971" y="381762"/>
                  </a:lnTo>
                  <a:lnTo>
                    <a:pt x="166116" y="400907"/>
                  </a:lnTo>
                  <a:lnTo>
                    <a:pt x="283655" y="283369"/>
                  </a:lnTo>
                  <a:cubicBezTo>
                    <a:pt x="313658" y="253365"/>
                    <a:pt x="332232" y="211836"/>
                    <a:pt x="332232" y="166021"/>
                  </a:cubicBezTo>
                  <a:cubicBezTo>
                    <a:pt x="332137" y="74390"/>
                    <a:pt x="257842" y="0"/>
                    <a:pt x="166116" y="0"/>
                  </a:cubicBezTo>
                  <a:cubicBezTo>
                    <a:pt x="74390" y="0"/>
                    <a:pt x="0" y="74390"/>
                    <a:pt x="0" y="16611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Полилиния: фигура 265">
              <a:extLst>
                <a:ext uri="{FF2B5EF4-FFF2-40B4-BE49-F238E27FC236}">
                  <a16:creationId xmlns:a16="http://schemas.microsoft.com/office/drawing/2014/main" id="{28955324-00CD-4A00-B179-BFDE75C578E1}"/>
                </a:ext>
              </a:extLst>
            </p:cNvPr>
            <p:cNvSpPr/>
            <p:nvPr/>
          </p:nvSpPr>
          <p:spPr>
            <a:xfrm>
              <a:off x="5088712" y="3993372"/>
              <a:ext cx="104775" cy="104775"/>
            </a:xfrm>
            <a:custGeom>
              <a:avLst/>
              <a:gdLst>
                <a:gd name="connsiteX0" fmla="*/ 73152 w 104775"/>
                <a:gd name="connsiteY0" fmla="*/ 8477 h 104775"/>
                <a:gd name="connsiteX1" fmla="*/ 98393 w 104775"/>
                <a:gd name="connsiteY1" fmla="*/ 41624 h 104775"/>
                <a:gd name="connsiteX2" fmla="*/ 105727 w 104775"/>
                <a:gd name="connsiteY2" fmla="*/ 41529 h 104775"/>
                <a:gd name="connsiteX3" fmla="*/ 103060 w 104775"/>
                <a:gd name="connsiteY3" fmla="*/ 0 h 104775"/>
                <a:gd name="connsiteX4" fmla="*/ 52864 w 104775"/>
                <a:gd name="connsiteY4" fmla="*/ 0 h 104775"/>
                <a:gd name="connsiteX5" fmla="*/ 2667 w 104775"/>
                <a:gd name="connsiteY5" fmla="*/ 0 h 104775"/>
                <a:gd name="connsiteX6" fmla="*/ 0 w 104775"/>
                <a:gd name="connsiteY6" fmla="*/ 41529 h 104775"/>
                <a:gd name="connsiteX7" fmla="*/ 7334 w 104775"/>
                <a:gd name="connsiteY7" fmla="*/ 41624 h 104775"/>
                <a:gd name="connsiteX8" fmla="*/ 32575 w 104775"/>
                <a:gd name="connsiteY8" fmla="*/ 8477 h 104775"/>
                <a:gd name="connsiteX9" fmla="*/ 38576 w 104775"/>
                <a:gd name="connsiteY9" fmla="*/ 12668 h 104775"/>
                <a:gd name="connsiteX10" fmla="*/ 38576 w 104775"/>
                <a:gd name="connsiteY10" fmla="*/ 96679 h 104775"/>
                <a:gd name="connsiteX11" fmla="*/ 34480 w 104775"/>
                <a:gd name="connsiteY11" fmla="*/ 103442 h 104775"/>
                <a:gd name="connsiteX12" fmla="*/ 22288 w 104775"/>
                <a:gd name="connsiteY12" fmla="*/ 103442 h 104775"/>
                <a:gd name="connsiteX13" fmla="*/ 22288 w 104775"/>
                <a:gd name="connsiteY13" fmla="*/ 112967 h 104775"/>
                <a:gd name="connsiteX14" fmla="*/ 52959 w 104775"/>
                <a:gd name="connsiteY14" fmla="*/ 112967 h 104775"/>
                <a:gd name="connsiteX15" fmla="*/ 83629 w 104775"/>
                <a:gd name="connsiteY15" fmla="*/ 112967 h 104775"/>
                <a:gd name="connsiteX16" fmla="*/ 83629 w 104775"/>
                <a:gd name="connsiteY16" fmla="*/ 103442 h 104775"/>
                <a:gd name="connsiteX17" fmla="*/ 71438 w 104775"/>
                <a:gd name="connsiteY17" fmla="*/ 103442 h 104775"/>
                <a:gd name="connsiteX18" fmla="*/ 67342 w 104775"/>
                <a:gd name="connsiteY18" fmla="*/ 96679 h 104775"/>
                <a:gd name="connsiteX19" fmla="*/ 67342 w 104775"/>
                <a:gd name="connsiteY19" fmla="*/ 12668 h 104775"/>
                <a:gd name="connsiteX20" fmla="*/ 73152 w 104775"/>
                <a:gd name="connsiteY20" fmla="*/ 8477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4775" h="104775">
                  <a:moveTo>
                    <a:pt x="73152" y="8477"/>
                  </a:moveTo>
                  <a:cubicBezTo>
                    <a:pt x="78581" y="8477"/>
                    <a:pt x="98393" y="17240"/>
                    <a:pt x="98393" y="41624"/>
                  </a:cubicBezTo>
                  <a:lnTo>
                    <a:pt x="105727" y="41529"/>
                  </a:lnTo>
                  <a:lnTo>
                    <a:pt x="103060" y="0"/>
                  </a:lnTo>
                  <a:lnTo>
                    <a:pt x="52864" y="0"/>
                  </a:lnTo>
                  <a:lnTo>
                    <a:pt x="2667" y="0"/>
                  </a:lnTo>
                  <a:lnTo>
                    <a:pt x="0" y="41529"/>
                  </a:lnTo>
                  <a:lnTo>
                    <a:pt x="7334" y="41624"/>
                  </a:lnTo>
                  <a:cubicBezTo>
                    <a:pt x="7334" y="17240"/>
                    <a:pt x="27146" y="8477"/>
                    <a:pt x="32575" y="8477"/>
                  </a:cubicBezTo>
                  <a:cubicBezTo>
                    <a:pt x="38005" y="8477"/>
                    <a:pt x="38576" y="12668"/>
                    <a:pt x="38576" y="12668"/>
                  </a:cubicBezTo>
                  <a:lnTo>
                    <a:pt x="38576" y="96679"/>
                  </a:lnTo>
                  <a:cubicBezTo>
                    <a:pt x="38576" y="103823"/>
                    <a:pt x="34480" y="103442"/>
                    <a:pt x="34480" y="103442"/>
                  </a:cubicBezTo>
                  <a:lnTo>
                    <a:pt x="22288" y="103442"/>
                  </a:lnTo>
                  <a:lnTo>
                    <a:pt x="22288" y="112967"/>
                  </a:lnTo>
                  <a:lnTo>
                    <a:pt x="52959" y="112967"/>
                  </a:lnTo>
                  <a:lnTo>
                    <a:pt x="83629" y="112967"/>
                  </a:lnTo>
                  <a:lnTo>
                    <a:pt x="83629" y="103442"/>
                  </a:lnTo>
                  <a:lnTo>
                    <a:pt x="71438" y="103442"/>
                  </a:lnTo>
                  <a:cubicBezTo>
                    <a:pt x="71438" y="103442"/>
                    <a:pt x="67342" y="103823"/>
                    <a:pt x="67342" y="96679"/>
                  </a:cubicBezTo>
                  <a:lnTo>
                    <a:pt x="67342" y="12668"/>
                  </a:lnTo>
                  <a:cubicBezTo>
                    <a:pt x="67151" y="12668"/>
                    <a:pt x="67723" y="8477"/>
                    <a:pt x="73152" y="847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Полилиния: фигура 266">
              <a:extLst>
                <a:ext uri="{FF2B5EF4-FFF2-40B4-BE49-F238E27FC236}">
                  <a16:creationId xmlns:a16="http://schemas.microsoft.com/office/drawing/2014/main" id="{A0BCC790-53A5-4B59-B47F-E88D030656D6}"/>
                </a:ext>
              </a:extLst>
            </p:cNvPr>
            <p:cNvSpPr/>
            <p:nvPr/>
          </p:nvSpPr>
          <p:spPr>
            <a:xfrm>
              <a:off x="5085759" y="4125198"/>
              <a:ext cx="104775" cy="38100"/>
            </a:xfrm>
            <a:custGeom>
              <a:avLst/>
              <a:gdLst>
                <a:gd name="connsiteX0" fmla="*/ 44577 w 104775"/>
                <a:gd name="connsiteY0" fmla="*/ 44577 h 38100"/>
                <a:gd name="connsiteX1" fmla="*/ 66866 w 104775"/>
                <a:gd name="connsiteY1" fmla="*/ 44577 h 38100"/>
                <a:gd name="connsiteX2" fmla="*/ 66866 w 104775"/>
                <a:gd name="connsiteY2" fmla="*/ 22289 h 38100"/>
                <a:gd name="connsiteX3" fmla="*/ 89059 w 104775"/>
                <a:gd name="connsiteY3" fmla="*/ 22289 h 38100"/>
                <a:gd name="connsiteX4" fmla="*/ 89059 w 104775"/>
                <a:gd name="connsiteY4" fmla="*/ 44577 h 38100"/>
                <a:gd name="connsiteX5" fmla="*/ 111347 w 104775"/>
                <a:gd name="connsiteY5" fmla="*/ 44577 h 38100"/>
                <a:gd name="connsiteX6" fmla="*/ 111347 w 104775"/>
                <a:gd name="connsiteY6" fmla="*/ 22289 h 38100"/>
                <a:gd name="connsiteX7" fmla="*/ 89059 w 104775"/>
                <a:gd name="connsiteY7" fmla="*/ 22289 h 38100"/>
                <a:gd name="connsiteX8" fmla="*/ 89059 w 104775"/>
                <a:gd name="connsiteY8" fmla="*/ 0 h 38100"/>
                <a:gd name="connsiteX9" fmla="*/ 66866 w 104775"/>
                <a:gd name="connsiteY9" fmla="*/ 0 h 38100"/>
                <a:gd name="connsiteX10" fmla="*/ 66866 w 104775"/>
                <a:gd name="connsiteY10" fmla="*/ 22289 h 38100"/>
                <a:gd name="connsiteX11" fmla="*/ 44577 w 104775"/>
                <a:gd name="connsiteY11" fmla="*/ 22289 h 38100"/>
                <a:gd name="connsiteX12" fmla="*/ 44577 w 104775"/>
                <a:gd name="connsiteY12" fmla="*/ 0 h 38100"/>
                <a:gd name="connsiteX13" fmla="*/ 22289 w 104775"/>
                <a:gd name="connsiteY13" fmla="*/ 0 h 38100"/>
                <a:gd name="connsiteX14" fmla="*/ 22289 w 104775"/>
                <a:gd name="connsiteY14" fmla="*/ 22289 h 38100"/>
                <a:gd name="connsiteX15" fmla="*/ 0 w 104775"/>
                <a:gd name="connsiteY15" fmla="*/ 22289 h 38100"/>
                <a:gd name="connsiteX16" fmla="*/ 0 w 104775"/>
                <a:gd name="connsiteY16" fmla="*/ 44577 h 38100"/>
                <a:gd name="connsiteX17" fmla="*/ 22289 w 104775"/>
                <a:gd name="connsiteY17" fmla="*/ 44577 h 38100"/>
                <a:gd name="connsiteX18" fmla="*/ 22289 w 104775"/>
                <a:gd name="connsiteY18" fmla="*/ 22289 h 38100"/>
                <a:gd name="connsiteX19" fmla="*/ 44577 w 104775"/>
                <a:gd name="connsiteY19" fmla="*/ 22289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4775" h="38100">
                  <a:moveTo>
                    <a:pt x="44577" y="44577"/>
                  </a:moveTo>
                  <a:lnTo>
                    <a:pt x="66866" y="44577"/>
                  </a:lnTo>
                  <a:lnTo>
                    <a:pt x="66866" y="22289"/>
                  </a:lnTo>
                  <a:lnTo>
                    <a:pt x="89059" y="22289"/>
                  </a:lnTo>
                  <a:lnTo>
                    <a:pt x="89059" y="44577"/>
                  </a:lnTo>
                  <a:lnTo>
                    <a:pt x="111347" y="44577"/>
                  </a:lnTo>
                  <a:lnTo>
                    <a:pt x="111347" y="22289"/>
                  </a:lnTo>
                  <a:lnTo>
                    <a:pt x="89059" y="22289"/>
                  </a:lnTo>
                  <a:lnTo>
                    <a:pt x="89059" y="0"/>
                  </a:lnTo>
                  <a:lnTo>
                    <a:pt x="66866" y="0"/>
                  </a:lnTo>
                  <a:lnTo>
                    <a:pt x="66866" y="22289"/>
                  </a:lnTo>
                  <a:lnTo>
                    <a:pt x="44577" y="22289"/>
                  </a:lnTo>
                  <a:lnTo>
                    <a:pt x="44577" y="0"/>
                  </a:lnTo>
                  <a:lnTo>
                    <a:pt x="22289" y="0"/>
                  </a:lnTo>
                  <a:lnTo>
                    <a:pt x="22289" y="22289"/>
                  </a:lnTo>
                  <a:lnTo>
                    <a:pt x="0" y="22289"/>
                  </a:lnTo>
                  <a:lnTo>
                    <a:pt x="0" y="44577"/>
                  </a:lnTo>
                  <a:lnTo>
                    <a:pt x="22289" y="44577"/>
                  </a:lnTo>
                  <a:lnTo>
                    <a:pt x="22289" y="22289"/>
                  </a:lnTo>
                  <a:lnTo>
                    <a:pt x="44577" y="2228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54" name="ОП" hidden="1">
            <a:extLst>
              <a:ext uri="{FF2B5EF4-FFF2-40B4-BE49-F238E27FC236}">
                <a16:creationId xmlns:a16="http://schemas.microsoft.com/office/drawing/2014/main" id="{7B482C07-3CDC-4940-91EC-70D90FB3639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54294" y="6387627"/>
            <a:ext cx="857365" cy="321812"/>
            <a:chOff x="4874482" y="4752702"/>
            <a:chExt cx="1091184" cy="409575"/>
          </a:xfrm>
          <a:solidFill>
            <a:srgbClr val="E4000D"/>
          </a:solidFill>
        </p:grpSpPr>
        <p:sp>
          <p:nvSpPr>
            <p:cNvPr id="155" name="Полилиния: фигура 154">
              <a:extLst>
                <a:ext uri="{FF2B5EF4-FFF2-40B4-BE49-F238E27FC236}">
                  <a16:creationId xmlns:a16="http://schemas.microsoft.com/office/drawing/2014/main" id="{BFB9E2ED-35AF-4459-BE6B-59BB17C9AB83}"/>
                </a:ext>
              </a:extLst>
            </p:cNvPr>
            <p:cNvSpPr/>
            <p:nvPr/>
          </p:nvSpPr>
          <p:spPr>
            <a:xfrm>
              <a:off x="5287772" y="4819472"/>
              <a:ext cx="85725" cy="85725"/>
            </a:xfrm>
            <a:custGeom>
              <a:avLst/>
              <a:gdLst>
                <a:gd name="connsiteX0" fmla="*/ 7144 w 85725"/>
                <a:gd name="connsiteY0" fmla="*/ 45815 h 85725"/>
                <a:gd name="connsiteX1" fmla="*/ 44196 w 85725"/>
                <a:gd name="connsiteY1" fmla="*/ 7144 h 85725"/>
                <a:gd name="connsiteX2" fmla="*/ 81344 w 85725"/>
                <a:gd name="connsiteY2" fmla="*/ 45815 h 85725"/>
                <a:gd name="connsiteX3" fmla="*/ 44196 w 85725"/>
                <a:gd name="connsiteY3" fmla="*/ 84487 h 85725"/>
                <a:gd name="connsiteX4" fmla="*/ 7144 w 85725"/>
                <a:gd name="connsiteY4" fmla="*/ 45815 h 85725"/>
                <a:gd name="connsiteX5" fmla="*/ 64199 w 85725"/>
                <a:gd name="connsiteY5" fmla="*/ 45815 h 85725"/>
                <a:gd name="connsiteX6" fmla="*/ 44196 w 85725"/>
                <a:gd name="connsiteY6" fmla="*/ 22289 h 85725"/>
                <a:gd name="connsiteX7" fmla="*/ 24384 w 85725"/>
                <a:gd name="connsiteY7" fmla="*/ 45815 h 85725"/>
                <a:gd name="connsiteX8" fmla="*/ 44196 w 85725"/>
                <a:gd name="connsiteY8" fmla="*/ 69342 h 85725"/>
                <a:gd name="connsiteX9" fmla="*/ 64199 w 85725"/>
                <a:gd name="connsiteY9" fmla="*/ 45815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5725" h="85725">
                  <a:moveTo>
                    <a:pt x="7144" y="45815"/>
                  </a:moveTo>
                  <a:cubicBezTo>
                    <a:pt x="7144" y="23241"/>
                    <a:pt x="22955" y="7144"/>
                    <a:pt x="44196" y="7144"/>
                  </a:cubicBezTo>
                  <a:cubicBezTo>
                    <a:pt x="65627" y="7144"/>
                    <a:pt x="81344" y="23241"/>
                    <a:pt x="81344" y="45815"/>
                  </a:cubicBezTo>
                  <a:cubicBezTo>
                    <a:pt x="81344" y="68389"/>
                    <a:pt x="65627" y="84487"/>
                    <a:pt x="44196" y="84487"/>
                  </a:cubicBezTo>
                  <a:cubicBezTo>
                    <a:pt x="22955" y="84487"/>
                    <a:pt x="7144" y="68294"/>
                    <a:pt x="7144" y="45815"/>
                  </a:cubicBezTo>
                  <a:close/>
                  <a:moveTo>
                    <a:pt x="64199" y="45815"/>
                  </a:moveTo>
                  <a:cubicBezTo>
                    <a:pt x="64199" y="32480"/>
                    <a:pt x="56198" y="22289"/>
                    <a:pt x="44196" y="22289"/>
                  </a:cubicBezTo>
                  <a:cubicBezTo>
                    <a:pt x="32575" y="22289"/>
                    <a:pt x="24384" y="32480"/>
                    <a:pt x="24384" y="45815"/>
                  </a:cubicBezTo>
                  <a:cubicBezTo>
                    <a:pt x="24384" y="59150"/>
                    <a:pt x="32480" y="69342"/>
                    <a:pt x="44196" y="69342"/>
                  </a:cubicBezTo>
                  <a:cubicBezTo>
                    <a:pt x="56198" y="69247"/>
                    <a:pt x="64199" y="59150"/>
                    <a:pt x="64199" y="458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Полилиния: фигура 155">
              <a:extLst>
                <a:ext uri="{FF2B5EF4-FFF2-40B4-BE49-F238E27FC236}">
                  <a16:creationId xmlns:a16="http://schemas.microsoft.com/office/drawing/2014/main" id="{504CAA6A-4AA4-4367-8BF0-1827FAADF9AE}"/>
                </a:ext>
              </a:extLst>
            </p:cNvPr>
            <p:cNvSpPr/>
            <p:nvPr/>
          </p:nvSpPr>
          <p:spPr>
            <a:xfrm>
              <a:off x="5373688" y="4840237"/>
              <a:ext cx="66675" cy="85725"/>
            </a:xfrm>
            <a:custGeom>
              <a:avLst/>
              <a:gdLst>
                <a:gd name="connsiteX0" fmla="*/ 22765 w 66675"/>
                <a:gd name="connsiteY0" fmla="*/ 82201 h 85725"/>
                <a:gd name="connsiteX1" fmla="*/ 7144 w 66675"/>
                <a:gd name="connsiteY1" fmla="*/ 82201 h 85725"/>
                <a:gd name="connsiteX2" fmla="*/ 7144 w 66675"/>
                <a:gd name="connsiteY2" fmla="*/ 8477 h 85725"/>
                <a:gd name="connsiteX3" fmla="*/ 22765 w 66675"/>
                <a:gd name="connsiteY3" fmla="*/ 8477 h 85725"/>
                <a:gd name="connsiteX4" fmla="*/ 22765 w 66675"/>
                <a:gd name="connsiteY4" fmla="*/ 13811 h 85725"/>
                <a:gd name="connsiteX5" fmla="*/ 22955 w 66675"/>
                <a:gd name="connsiteY5" fmla="*/ 13811 h 85725"/>
                <a:gd name="connsiteX6" fmla="*/ 38100 w 66675"/>
                <a:gd name="connsiteY6" fmla="*/ 7144 h 85725"/>
                <a:gd name="connsiteX7" fmla="*/ 62770 w 66675"/>
                <a:gd name="connsiteY7" fmla="*/ 35243 h 85725"/>
                <a:gd name="connsiteX8" fmla="*/ 38100 w 66675"/>
                <a:gd name="connsiteY8" fmla="*/ 63627 h 85725"/>
                <a:gd name="connsiteX9" fmla="*/ 22955 w 66675"/>
                <a:gd name="connsiteY9" fmla="*/ 56960 h 85725"/>
                <a:gd name="connsiteX10" fmla="*/ 22765 w 66675"/>
                <a:gd name="connsiteY10" fmla="*/ 56960 h 85725"/>
                <a:gd name="connsiteX11" fmla="*/ 22765 w 66675"/>
                <a:gd name="connsiteY11" fmla="*/ 82201 h 85725"/>
                <a:gd name="connsiteX12" fmla="*/ 34385 w 66675"/>
                <a:gd name="connsiteY12" fmla="*/ 49625 h 85725"/>
                <a:gd name="connsiteX13" fmla="*/ 46577 w 66675"/>
                <a:gd name="connsiteY13" fmla="*/ 35243 h 85725"/>
                <a:gd name="connsiteX14" fmla="*/ 34385 w 66675"/>
                <a:gd name="connsiteY14" fmla="*/ 21145 h 85725"/>
                <a:gd name="connsiteX15" fmla="*/ 22098 w 66675"/>
                <a:gd name="connsiteY15" fmla="*/ 35243 h 85725"/>
                <a:gd name="connsiteX16" fmla="*/ 34385 w 66675"/>
                <a:gd name="connsiteY16" fmla="*/ 49625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6675" h="85725">
                  <a:moveTo>
                    <a:pt x="22765" y="82201"/>
                  </a:moveTo>
                  <a:lnTo>
                    <a:pt x="7144" y="82201"/>
                  </a:lnTo>
                  <a:lnTo>
                    <a:pt x="7144" y="8477"/>
                  </a:lnTo>
                  <a:lnTo>
                    <a:pt x="22765" y="8477"/>
                  </a:lnTo>
                  <a:lnTo>
                    <a:pt x="22765" y="13811"/>
                  </a:lnTo>
                  <a:lnTo>
                    <a:pt x="22955" y="13811"/>
                  </a:lnTo>
                  <a:cubicBezTo>
                    <a:pt x="25337" y="10954"/>
                    <a:pt x="29908" y="7144"/>
                    <a:pt x="38100" y="7144"/>
                  </a:cubicBezTo>
                  <a:cubicBezTo>
                    <a:pt x="52197" y="7144"/>
                    <a:pt x="62770" y="18764"/>
                    <a:pt x="62770" y="35243"/>
                  </a:cubicBezTo>
                  <a:cubicBezTo>
                    <a:pt x="62770" y="51816"/>
                    <a:pt x="52197" y="63627"/>
                    <a:pt x="38100" y="63627"/>
                  </a:cubicBezTo>
                  <a:cubicBezTo>
                    <a:pt x="29908" y="63627"/>
                    <a:pt x="25241" y="59912"/>
                    <a:pt x="22955" y="56960"/>
                  </a:cubicBezTo>
                  <a:lnTo>
                    <a:pt x="22765" y="56960"/>
                  </a:lnTo>
                  <a:lnTo>
                    <a:pt x="22765" y="82201"/>
                  </a:lnTo>
                  <a:close/>
                  <a:moveTo>
                    <a:pt x="34385" y="49625"/>
                  </a:moveTo>
                  <a:cubicBezTo>
                    <a:pt x="41529" y="49625"/>
                    <a:pt x="46577" y="43529"/>
                    <a:pt x="46577" y="35243"/>
                  </a:cubicBezTo>
                  <a:cubicBezTo>
                    <a:pt x="46577" y="27337"/>
                    <a:pt x="41529" y="21145"/>
                    <a:pt x="34385" y="21145"/>
                  </a:cubicBezTo>
                  <a:cubicBezTo>
                    <a:pt x="27242" y="21145"/>
                    <a:pt x="22098" y="27337"/>
                    <a:pt x="22098" y="35243"/>
                  </a:cubicBezTo>
                  <a:cubicBezTo>
                    <a:pt x="22098" y="43529"/>
                    <a:pt x="27242" y="49625"/>
                    <a:pt x="34385" y="496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Полилиния: фигура 156">
              <a:extLst>
                <a:ext uri="{FF2B5EF4-FFF2-40B4-BE49-F238E27FC236}">
                  <a16:creationId xmlns:a16="http://schemas.microsoft.com/office/drawing/2014/main" id="{DD9BCA02-C624-49C1-9DD6-5F1F8414D289}"/>
                </a:ext>
              </a:extLst>
            </p:cNvPr>
            <p:cNvSpPr/>
            <p:nvPr/>
          </p:nvSpPr>
          <p:spPr>
            <a:xfrm>
              <a:off x="5440839" y="4841570"/>
              <a:ext cx="47625" cy="66675"/>
            </a:xfrm>
            <a:custGeom>
              <a:avLst/>
              <a:gdLst>
                <a:gd name="connsiteX0" fmla="*/ 7239 w 47625"/>
                <a:gd name="connsiteY0" fmla="*/ 7144 h 66675"/>
                <a:gd name="connsiteX1" fmla="*/ 45148 w 47625"/>
                <a:gd name="connsiteY1" fmla="*/ 7144 h 66675"/>
                <a:gd name="connsiteX2" fmla="*/ 40100 w 47625"/>
                <a:gd name="connsiteY2" fmla="*/ 20669 h 66675"/>
                <a:gd name="connsiteX3" fmla="*/ 22765 w 47625"/>
                <a:gd name="connsiteY3" fmla="*/ 20669 h 66675"/>
                <a:gd name="connsiteX4" fmla="*/ 22765 w 47625"/>
                <a:gd name="connsiteY4" fmla="*/ 61055 h 66675"/>
                <a:gd name="connsiteX5" fmla="*/ 7144 w 47625"/>
                <a:gd name="connsiteY5" fmla="*/ 61055 h 66675"/>
                <a:gd name="connsiteX6" fmla="*/ 7144 w 47625"/>
                <a:gd name="connsiteY6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625" h="66675">
                  <a:moveTo>
                    <a:pt x="7239" y="7144"/>
                  </a:moveTo>
                  <a:lnTo>
                    <a:pt x="45148" y="7144"/>
                  </a:lnTo>
                  <a:lnTo>
                    <a:pt x="40100" y="20669"/>
                  </a:lnTo>
                  <a:lnTo>
                    <a:pt x="22765" y="20669"/>
                  </a:lnTo>
                  <a:lnTo>
                    <a:pt x="22765" y="61055"/>
                  </a:lnTo>
                  <a:lnTo>
                    <a:pt x="7144" y="61055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Полилиния: фигура 157">
              <a:extLst>
                <a:ext uri="{FF2B5EF4-FFF2-40B4-BE49-F238E27FC236}">
                  <a16:creationId xmlns:a16="http://schemas.microsoft.com/office/drawing/2014/main" id="{EC218180-105A-4B2E-83A0-B704BE48C661}"/>
                </a:ext>
              </a:extLst>
            </p:cNvPr>
            <p:cNvSpPr/>
            <p:nvPr/>
          </p:nvSpPr>
          <p:spPr>
            <a:xfrm>
              <a:off x="5481415" y="4840237"/>
              <a:ext cx="57150" cy="66675"/>
            </a:xfrm>
            <a:custGeom>
              <a:avLst/>
              <a:gdLst>
                <a:gd name="connsiteX0" fmla="*/ 7144 w 57150"/>
                <a:gd name="connsiteY0" fmla="*/ 45529 h 66675"/>
                <a:gd name="connsiteX1" fmla="*/ 30956 w 57150"/>
                <a:gd name="connsiteY1" fmla="*/ 27908 h 66675"/>
                <a:gd name="connsiteX2" fmla="*/ 40005 w 57150"/>
                <a:gd name="connsiteY2" fmla="*/ 28480 h 66675"/>
                <a:gd name="connsiteX3" fmla="*/ 40005 w 57150"/>
                <a:gd name="connsiteY3" fmla="*/ 27718 h 66675"/>
                <a:gd name="connsiteX4" fmla="*/ 31337 w 57150"/>
                <a:gd name="connsiteY4" fmla="*/ 20860 h 66675"/>
                <a:gd name="connsiteX5" fmla="*/ 18764 w 57150"/>
                <a:gd name="connsiteY5" fmla="*/ 24860 h 66675"/>
                <a:gd name="connsiteX6" fmla="*/ 9620 w 57150"/>
                <a:gd name="connsiteY6" fmla="*/ 15526 h 66675"/>
                <a:gd name="connsiteX7" fmla="*/ 32099 w 57150"/>
                <a:gd name="connsiteY7" fmla="*/ 7144 h 66675"/>
                <a:gd name="connsiteX8" fmla="*/ 55721 w 57150"/>
                <a:gd name="connsiteY8" fmla="*/ 28099 h 66675"/>
                <a:gd name="connsiteX9" fmla="*/ 55721 w 57150"/>
                <a:gd name="connsiteY9" fmla="*/ 62389 h 66675"/>
                <a:gd name="connsiteX10" fmla="*/ 40291 w 57150"/>
                <a:gd name="connsiteY10" fmla="*/ 62389 h 66675"/>
                <a:gd name="connsiteX11" fmla="*/ 40291 w 57150"/>
                <a:gd name="connsiteY11" fmla="*/ 56960 h 66675"/>
                <a:gd name="connsiteX12" fmla="*/ 40100 w 57150"/>
                <a:gd name="connsiteY12" fmla="*/ 56960 h 66675"/>
                <a:gd name="connsiteX13" fmla="*/ 25527 w 57150"/>
                <a:gd name="connsiteY13" fmla="*/ 63722 h 66675"/>
                <a:gd name="connsiteX14" fmla="*/ 7144 w 57150"/>
                <a:gd name="connsiteY14" fmla="*/ 45529 h 66675"/>
                <a:gd name="connsiteX15" fmla="*/ 40005 w 57150"/>
                <a:gd name="connsiteY15" fmla="*/ 41815 h 66675"/>
                <a:gd name="connsiteX16" fmla="*/ 40005 w 57150"/>
                <a:gd name="connsiteY16" fmla="*/ 40005 h 66675"/>
                <a:gd name="connsiteX17" fmla="*/ 33147 w 57150"/>
                <a:gd name="connsiteY17" fmla="*/ 39243 h 66675"/>
                <a:gd name="connsiteX18" fmla="*/ 22860 w 57150"/>
                <a:gd name="connsiteY18" fmla="*/ 45434 h 66675"/>
                <a:gd name="connsiteX19" fmla="*/ 30385 w 57150"/>
                <a:gd name="connsiteY19" fmla="*/ 51530 h 66675"/>
                <a:gd name="connsiteX20" fmla="*/ 40005 w 57150"/>
                <a:gd name="connsiteY20" fmla="*/ 41815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7150" h="66675">
                  <a:moveTo>
                    <a:pt x="7144" y="45529"/>
                  </a:moveTo>
                  <a:cubicBezTo>
                    <a:pt x="7144" y="36957"/>
                    <a:pt x="14288" y="27908"/>
                    <a:pt x="30956" y="27908"/>
                  </a:cubicBezTo>
                  <a:cubicBezTo>
                    <a:pt x="33338" y="27908"/>
                    <a:pt x="37147" y="28003"/>
                    <a:pt x="40005" y="28480"/>
                  </a:cubicBezTo>
                  <a:lnTo>
                    <a:pt x="40005" y="27718"/>
                  </a:lnTo>
                  <a:cubicBezTo>
                    <a:pt x="40005" y="22670"/>
                    <a:pt x="35909" y="20860"/>
                    <a:pt x="31337" y="20860"/>
                  </a:cubicBezTo>
                  <a:cubicBezTo>
                    <a:pt x="27242" y="20860"/>
                    <a:pt x="22765" y="22098"/>
                    <a:pt x="18764" y="24860"/>
                  </a:cubicBezTo>
                  <a:lnTo>
                    <a:pt x="9620" y="15526"/>
                  </a:lnTo>
                  <a:cubicBezTo>
                    <a:pt x="15812" y="9715"/>
                    <a:pt x="24765" y="7144"/>
                    <a:pt x="32099" y="7144"/>
                  </a:cubicBezTo>
                  <a:cubicBezTo>
                    <a:pt x="46196" y="7144"/>
                    <a:pt x="55721" y="15145"/>
                    <a:pt x="55721" y="28099"/>
                  </a:cubicBezTo>
                  <a:lnTo>
                    <a:pt x="55721" y="62389"/>
                  </a:lnTo>
                  <a:lnTo>
                    <a:pt x="40291" y="62389"/>
                  </a:lnTo>
                  <a:lnTo>
                    <a:pt x="40291" y="56960"/>
                  </a:lnTo>
                  <a:lnTo>
                    <a:pt x="40100" y="56960"/>
                  </a:lnTo>
                  <a:cubicBezTo>
                    <a:pt x="37338" y="61627"/>
                    <a:pt x="32290" y="63722"/>
                    <a:pt x="25527" y="63722"/>
                  </a:cubicBezTo>
                  <a:cubicBezTo>
                    <a:pt x="14954" y="63722"/>
                    <a:pt x="7144" y="55912"/>
                    <a:pt x="7144" y="45529"/>
                  </a:cubicBezTo>
                  <a:close/>
                  <a:moveTo>
                    <a:pt x="40005" y="41815"/>
                  </a:moveTo>
                  <a:lnTo>
                    <a:pt x="40005" y="40005"/>
                  </a:lnTo>
                  <a:cubicBezTo>
                    <a:pt x="37909" y="39624"/>
                    <a:pt x="35338" y="39243"/>
                    <a:pt x="33147" y="39243"/>
                  </a:cubicBezTo>
                  <a:cubicBezTo>
                    <a:pt x="26003" y="39243"/>
                    <a:pt x="22955" y="41815"/>
                    <a:pt x="22860" y="45434"/>
                  </a:cubicBezTo>
                  <a:cubicBezTo>
                    <a:pt x="22765" y="49054"/>
                    <a:pt x="25527" y="51625"/>
                    <a:pt x="30385" y="51530"/>
                  </a:cubicBezTo>
                  <a:cubicBezTo>
                    <a:pt x="34862" y="51435"/>
                    <a:pt x="40005" y="48673"/>
                    <a:pt x="40005" y="418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Полилиния: фигура 158">
              <a:extLst>
                <a:ext uri="{FF2B5EF4-FFF2-40B4-BE49-F238E27FC236}">
                  <a16:creationId xmlns:a16="http://schemas.microsoft.com/office/drawing/2014/main" id="{0CFCC49B-0492-44D7-BEF7-104D73E4E76D}"/>
                </a:ext>
              </a:extLst>
            </p:cNvPr>
            <p:cNvSpPr/>
            <p:nvPr/>
          </p:nvSpPr>
          <p:spPr>
            <a:xfrm>
              <a:off x="5544090" y="4841570"/>
              <a:ext cx="57150" cy="66675"/>
            </a:xfrm>
            <a:custGeom>
              <a:avLst/>
              <a:gdLst>
                <a:gd name="connsiteX0" fmla="*/ 7144 w 57150"/>
                <a:gd name="connsiteY0" fmla="*/ 7144 h 66675"/>
                <a:gd name="connsiteX1" fmla="*/ 22765 w 57150"/>
                <a:gd name="connsiteY1" fmla="*/ 7144 h 66675"/>
                <a:gd name="connsiteX2" fmla="*/ 22765 w 57150"/>
                <a:gd name="connsiteY2" fmla="*/ 27051 h 66675"/>
                <a:gd name="connsiteX3" fmla="*/ 40386 w 57150"/>
                <a:gd name="connsiteY3" fmla="*/ 27051 h 66675"/>
                <a:gd name="connsiteX4" fmla="*/ 40386 w 57150"/>
                <a:gd name="connsiteY4" fmla="*/ 7144 h 66675"/>
                <a:gd name="connsiteX5" fmla="*/ 56007 w 57150"/>
                <a:gd name="connsiteY5" fmla="*/ 7144 h 66675"/>
                <a:gd name="connsiteX6" fmla="*/ 56007 w 57150"/>
                <a:gd name="connsiteY6" fmla="*/ 61055 h 66675"/>
                <a:gd name="connsiteX7" fmla="*/ 40386 w 57150"/>
                <a:gd name="connsiteY7" fmla="*/ 61055 h 66675"/>
                <a:gd name="connsiteX8" fmla="*/ 40386 w 57150"/>
                <a:gd name="connsiteY8" fmla="*/ 40672 h 66675"/>
                <a:gd name="connsiteX9" fmla="*/ 22765 w 57150"/>
                <a:gd name="connsiteY9" fmla="*/ 40672 h 66675"/>
                <a:gd name="connsiteX10" fmla="*/ 22765 w 57150"/>
                <a:gd name="connsiteY10" fmla="*/ 61055 h 66675"/>
                <a:gd name="connsiteX11" fmla="*/ 7144 w 57150"/>
                <a:gd name="connsiteY11" fmla="*/ 61055 h 66675"/>
                <a:gd name="connsiteX12" fmla="*/ 7144 w 57150"/>
                <a:gd name="connsiteY12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7150" h="66675">
                  <a:moveTo>
                    <a:pt x="7144" y="7144"/>
                  </a:moveTo>
                  <a:lnTo>
                    <a:pt x="22765" y="7144"/>
                  </a:lnTo>
                  <a:lnTo>
                    <a:pt x="22765" y="27051"/>
                  </a:lnTo>
                  <a:lnTo>
                    <a:pt x="40386" y="27051"/>
                  </a:lnTo>
                  <a:lnTo>
                    <a:pt x="40386" y="7144"/>
                  </a:lnTo>
                  <a:lnTo>
                    <a:pt x="56007" y="7144"/>
                  </a:lnTo>
                  <a:lnTo>
                    <a:pt x="56007" y="61055"/>
                  </a:lnTo>
                  <a:lnTo>
                    <a:pt x="40386" y="61055"/>
                  </a:lnTo>
                  <a:lnTo>
                    <a:pt x="40386" y="40672"/>
                  </a:lnTo>
                  <a:lnTo>
                    <a:pt x="22765" y="40672"/>
                  </a:lnTo>
                  <a:lnTo>
                    <a:pt x="22765" y="61055"/>
                  </a:lnTo>
                  <a:lnTo>
                    <a:pt x="7144" y="61055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Полилиния: фигура 159">
              <a:extLst>
                <a:ext uri="{FF2B5EF4-FFF2-40B4-BE49-F238E27FC236}">
                  <a16:creationId xmlns:a16="http://schemas.microsoft.com/office/drawing/2014/main" id="{ECA94000-331D-4346-BA95-C746C6407073}"/>
                </a:ext>
              </a:extLst>
            </p:cNvPr>
            <p:cNvSpPr/>
            <p:nvPr/>
          </p:nvSpPr>
          <p:spPr>
            <a:xfrm>
              <a:off x="5607907" y="4841570"/>
              <a:ext cx="57150" cy="66675"/>
            </a:xfrm>
            <a:custGeom>
              <a:avLst/>
              <a:gdLst>
                <a:gd name="connsiteX0" fmla="*/ 7144 w 57150"/>
                <a:gd name="connsiteY0" fmla="*/ 7144 h 66675"/>
                <a:gd name="connsiteX1" fmla="*/ 22765 w 57150"/>
                <a:gd name="connsiteY1" fmla="*/ 7144 h 66675"/>
                <a:gd name="connsiteX2" fmla="*/ 22765 w 57150"/>
                <a:gd name="connsiteY2" fmla="*/ 37624 h 66675"/>
                <a:gd name="connsiteX3" fmla="*/ 22955 w 57150"/>
                <a:gd name="connsiteY3" fmla="*/ 37624 h 66675"/>
                <a:gd name="connsiteX4" fmla="*/ 43529 w 57150"/>
                <a:gd name="connsiteY4" fmla="*/ 7144 h 66675"/>
                <a:gd name="connsiteX5" fmla="*/ 56959 w 57150"/>
                <a:gd name="connsiteY5" fmla="*/ 7144 h 66675"/>
                <a:gd name="connsiteX6" fmla="*/ 56959 w 57150"/>
                <a:gd name="connsiteY6" fmla="*/ 61055 h 66675"/>
                <a:gd name="connsiteX7" fmla="*/ 41338 w 57150"/>
                <a:gd name="connsiteY7" fmla="*/ 61055 h 66675"/>
                <a:gd name="connsiteX8" fmla="*/ 41338 w 57150"/>
                <a:gd name="connsiteY8" fmla="*/ 30575 h 66675"/>
                <a:gd name="connsiteX9" fmla="*/ 41148 w 57150"/>
                <a:gd name="connsiteY9" fmla="*/ 30575 h 66675"/>
                <a:gd name="connsiteX10" fmla="*/ 20669 w 57150"/>
                <a:gd name="connsiteY10" fmla="*/ 61055 h 66675"/>
                <a:gd name="connsiteX11" fmla="*/ 7144 w 57150"/>
                <a:gd name="connsiteY11" fmla="*/ 61055 h 66675"/>
                <a:gd name="connsiteX12" fmla="*/ 7144 w 57150"/>
                <a:gd name="connsiteY12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7150" h="66675">
                  <a:moveTo>
                    <a:pt x="7144" y="7144"/>
                  </a:moveTo>
                  <a:lnTo>
                    <a:pt x="22765" y="7144"/>
                  </a:lnTo>
                  <a:lnTo>
                    <a:pt x="22765" y="37624"/>
                  </a:lnTo>
                  <a:lnTo>
                    <a:pt x="22955" y="37624"/>
                  </a:lnTo>
                  <a:lnTo>
                    <a:pt x="43529" y="7144"/>
                  </a:lnTo>
                  <a:lnTo>
                    <a:pt x="56959" y="7144"/>
                  </a:lnTo>
                  <a:lnTo>
                    <a:pt x="56959" y="61055"/>
                  </a:lnTo>
                  <a:lnTo>
                    <a:pt x="41338" y="61055"/>
                  </a:lnTo>
                  <a:lnTo>
                    <a:pt x="41338" y="30575"/>
                  </a:lnTo>
                  <a:lnTo>
                    <a:pt x="41148" y="30575"/>
                  </a:lnTo>
                  <a:lnTo>
                    <a:pt x="20669" y="61055"/>
                  </a:lnTo>
                  <a:lnTo>
                    <a:pt x="7144" y="61055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Полилиния: фигура 160">
              <a:extLst>
                <a:ext uri="{FF2B5EF4-FFF2-40B4-BE49-F238E27FC236}">
                  <a16:creationId xmlns:a16="http://schemas.microsoft.com/office/drawing/2014/main" id="{091FDB61-BB87-4E29-9ACD-4CE774E245D3}"/>
                </a:ext>
              </a:extLst>
            </p:cNvPr>
            <p:cNvSpPr/>
            <p:nvPr/>
          </p:nvSpPr>
          <p:spPr>
            <a:xfrm>
              <a:off x="5666581" y="4840332"/>
              <a:ext cx="57150" cy="66675"/>
            </a:xfrm>
            <a:custGeom>
              <a:avLst/>
              <a:gdLst>
                <a:gd name="connsiteX0" fmla="*/ 7144 w 57150"/>
                <a:gd name="connsiteY0" fmla="*/ 56102 h 66675"/>
                <a:gd name="connsiteX1" fmla="*/ 17050 w 57150"/>
                <a:gd name="connsiteY1" fmla="*/ 46292 h 66675"/>
                <a:gd name="connsiteX2" fmla="*/ 31147 w 57150"/>
                <a:gd name="connsiteY2" fmla="*/ 50864 h 66675"/>
                <a:gd name="connsiteX3" fmla="*/ 40100 w 57150"/>
                <a:gd name="connsiteY3" fmla="*/ 46101 h 66675"/>
                <a:gd name="connsiteX4" fmla="*/ 29908 w 57150"/>
                <a:gd name="connsiteY4" fmla="*/ 41529 h 66675"/>
                <a:gd name="connsiteX5" fmla="*/ 23717 w 57150"/>
                <a:gd name="connsiteY5" fmla="*/ 41529 h 66675"/>
                <a:gd name="connsiteX6" fmla="*/ 23717 w 57150"/>
                <a:gd name="connsiteY6" fmla="*/ 29146 h 66675"/>
                <a:gd name="connsiteX7" fmla="*/ 30671 w 57150"/>
                <a:gd name="connsiteY7" fmla="*/ 29146 h 66675"/>
                <a:gd name="connsiteX8" fmla="*/ 39148 w 57150"/>
                <a:gd name="connsiteY8" fmla="*/ 24384 h 66675"/>
                <a:gd name="connsiteX9" fmla="*/ 32671 w 57150"/>
                <a:gd name="connsiteY9" fmla="*/ 20003 h 66675"/>
                <a:gd name="connsiteX10" fmla="*/ 18859 w 57150"/>
                <a:gd name="connsiteY10" fmla="*/ 23241 h 66675"/>
                <a:gd name="connsiteX11" fmla="*/ 9430 w 57150"/>
                <a:gd name="connsiteY11" fmla="*/ 13811 h 66675"/>
                <a:gd name="connsiteX12" fmla="*/ 32956 w 57150"/>
                <a:gd name="connsiteY12" fmla="*/ 7144 h 66675"/>
                <a:gd name="connsiteX13" fmla="*/ 54388 w 57150"/>
                <a:gd name="connsiteY13" fmla="*/ 23051 h 66675"/>
                <a:gd name="connsiteX14" fmla="*/ 47149 w 57150"/>
                <a:gd name="connsiteY14" fmla="*/ 34862 h 66675"/>
                <a:gd name="connsiteX15" fmla="*/ 47149 w 57150"/>
                <a:gd name="connsiteY15" fmla="*/ 35052 h 66675"/>
                <a:gd name="connsiteX16" fmla="*/ 56197 w 57150"/>
                <a:gd name="connsiteY16" fmla="*/ 46863 h 66675"/>
                <a:gd name="connsiteX17" fmla="*/ 31813 w 57150"/>
                <a:gd name="connsiteY17" fmla="*/ 63532 h 66675"/>
                <a:gd name="connsiteX18" fmla="*/ 7144 w 57150"/>
                <a:gd name="connsiteY18" fmla="*/ 5610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7150" h="66675">
                  <a:moveTo>
                    <a:pt x="7144" y="56102"/>
                  </a:moveTo>
                  <a:lnTo>
                    <a:pt x="17050" y="46292"/>
                  </a:lnTo>
                  <a:cubicBezTo>
                    <a:pt x="20479" y="48959"/>
                    <a:pt x="28099" y="50864"/>
                    <a:pt x="31147" y="50864"/>
                  </a:cubicBezTo>
                  <a:cubicBezTo>
                    <a:pt x="35623" y="50864"/>
                    <a:pt x="40100" y="49816"/>
                    <a:pt x="40100" y="46101"/>
                  </a:cubicBezTo>
                  <a:cubicBezTo>
                    <a:pt x="40100" y="42767"/>
                    <a:pt x="37243" y="41529"/>
                    <a:pt x="29908" y="41529"/>
                  </a:cubicBezTo>
                  <a:lnTo>
                    <a:pt x="23717" y="41529"/>
                  </a:lnTo>
                  <a:lnTo>
                    <a:pt x="23717" y="29146"/>
                  </a:lnTo>
                  <a:lnTo>
                    <a:pt x="30671" y="29146"/>
                  </a:lnTo>
                  <a:cubicBezTo>
                    <a:pt x="37624" y="29146"/>
                    <a:pt x="39148" y="26480"/>
                    <a:pt x="39148" y="24384"/>
                  </a:cubicBezTo>
                  <a:cubicBezTo>
                    <a:pt x="39148" y="21050"/>
                    <a:pt x="36290" y="20003"/>
                    <a:pt x="32671" y="20003"/>
                  </a:cubicBezTo>
                  <a:cubicBezTo>
                    <a:pt x="27527" y="20003"/>
                    <a:pt x="20955" y="22289"/>
                    <a:pt x="18859" y="23241"/>
                  </a:cubicBezTo>
                  <a:lnTo>
                    <a:pt x="9430" y="13811"/>
                  </a:lnTo>
                  <a:cubicBezTo>
                    <a:pt x="16573" y="8858"/>
                    <a:pt x="26670" y="7144"/>
                    <a:pt x="32956" y="7144"/>
                  </a:cubicBezTo>
                  <a:cubicBezTo>
                    <a:pt x="45053" y="7144"/>
                    <a:pt x="54388" y="13621"/>
                    <a:pt x="54388" y="23051"/>
                  </a:cubicBezTo>
                  <a:cubicBezTo>
                    <a:pt x="54388" y="27622"/>
                    <a:pt x="51721" y="32099"/>
                    <a:pt x="47149" y="34862"/>
                  </a:cubicBezTo>
                  <a:lnTo>
                    <a:pt x="47149" y="35052"/>
                  </a:lnTo>
                  <a:cubicBezTo>
                    <a:pt x="52102" y="36862"/>
                    <a:pt x="56197" y="41434"/>
                    <a:pt x="56197" y="46863"/>
                  </a:cubicBezTo>
                  <a:cubicBezTo>
                    <a:pt x="56197" y="57721"/>
                    <a:pt x="45053" y="63532"/>
                    <a:pt x="31813" y="63532"/>
                  </a:cubicBezTo>
                  <a:cubicBezTo>
                    <a:pt x="21050" y="63627"/>
                    <a:pt x="13145" y="60293"/>
                    <a:pt x="7144" y="561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Полилиния: фигура 161">
              <a:extLst>
                <a:ext uri="{FF2B5EF4-FFF2-40B4-BE49-F238E27FC236}">
                  <a16:creationId xmlns:a16="http://schemas.microsoft.com/office/drawing/2014/main" id="{4625AF2F-D7F1-4A68-9346-7A5DC5F5D016}"/>
                </a:ext>
              </a:extLst>
            </p:cNvPr>
            <p:cNvSpPr/>
            <p:nvPr/>
          </p:nvSpPr>
          <p:spPr>
            <a:xfrm>
              <a:off x="5723160" y="4840237"/>
              <a:ext cx="57150" cy="66675"/>
            </a:xfrm>
            <a:custGeom>
              <a:avLst/>
              <a:gdLst>
                <a:gd name="connsiteX0" fmla="*/ 7144 w 57150"/>
                <a:gd name="connsiteY0" fmla="*/ 45529 h 66675"/>
                <a:gd name="connsiteX1" fmla="*/ 30956 w 57150"/>
                <a:gd name="connsiteY1" fmla="*/ 27908 h 66675"/>
                <a:gd name="connsiteX2" fmla="*/ 40005 w 57150"/>
                <a:gd name="connsiteY2" fmla="*/ 28480 h 66675"/>
                <a:gd name="connsiteX3" fmla="*/ 40005 w 57150"/>
                <a:gd name="connsiteY3" fmla="*/ 27718 h 66675"/>
                <a:gd name="connsiteX4" fmla="*/ 31337 w 57150"/>
                <a:gd name="connsiteY4" fmla="*/ 20860 h 66675"/>
                <a:gd name="connsiteX5" fmla="*/ 18764 w 57150"/>
                <a:gd name="connsiteY5" fmla="*/ 24860 h 66675"/>
                <a:gd name="connsiteX6" fmla="*/ 9620 w 57150"/>
                <a:gd name="connsiteY6" fmla="*/ 15526 h 66675"/>
                <a:gd name="connsiteX7" fmla="*/ 32099 w 57150"/>
                <a:gd name="connsiteY7" fmla="*/ 7144 h 66675"/>
                <a:gd name="connsiteX8" fmla="*/ 55721 w 57150"/>
                <a:gd name="connsiteY8" fmla="*/ 28099 h 66675"/>
                <a:gd name="connsiteX9" fmla="*/ 55721 w 57150"/>
                <a:gd name="connsiteY9" fmla="*/ 62389 h 66675"/>
                <a:gd name="connsiteX10" fmla="*/ 40291 w 57150"/>
                <a:gd name="connsiteY10" fmla="*/ 62389 h 66675"/>
                <a:gd name="connsiteX11" fmla="*/ 40291 w 57150"/>
                <a:gd name="connsiteY11" fmla="*/ 56960 h 66675"/>
                <a:gd name="connsiteX12" fmla="*/ 40100 w 57150"/>
                <a:gd name="connsiteY12" fmla="*/ 56960 h 66675"/>
                <a:gd name="connsiteX13" fmla="*/ 25527 w 57150"/>
                <a:gd name="connsiteY13" fmla="*/ 63722 h 66675"/>
                <a:gd name="connsiteX14" fmla="*/ 7144 w 57150"/>
                <a:gd name="connsiteY14" fmla="*/ 45529 h 66675"/>
                <a:gd name="connsiteX15" fmla="*/ 40005 w 57150"/>
                <a:gd name="connsiteY15" fmla="*/ 41815 h 66675"/>
                <a:gd name="connsiteX16" fmla="*/ 40005 w 57150"/>
                <a:gd name="connsiteY16" fmla="*/ 40005 h 66675"/>
                <a:gd name="connsiteX17" fmla="*/ 33147 w 57150"/>
                <a:gd name="connsiteY17" fmla="*/ 39243 h 66675"/>
                <a:gd name="connsiteX18" fmla="*/ 22860 w 57150"/>
                <a:gd name="connsiteY18" fmla="*/ 45434 h 66675"/>
                <a:gd name="connsiteX19" fmla="*/ 30385 w 57150"/>
                <a:gd name="connsiteY19" fmla="*/ 51530 h 66675"/>
                <a:gd name="connsiteX20" fmla="*/ 40005 w 57150"/>
                <a:gd name="connsiteY20" fmla="*/ 41815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7150" h="66675">
                  <a:moveTo>
                    <a:pt x="7144" y="45529"/>
                  </a:moveTo>
                  <a:cubicBezTo>
                    <a:pt x="7144" y="36957"/>
                    <a:pt x="14288" y="27908"/>
                    <a:pt x="30956" y="27908"/>
                  </a:cubicBezTo>
                  <a:cubicBezTo>
                    <a:pt x="33338" y="27908"/>
                    <a:pt x="37147" y="28003"/>
                    <a:pt x="40005" y="28480"/>
                  </a:cubicBezTo>
                  <a:lnTo>
                    <a:pt x="40005" y="27718"/>
                  </a:lnTo>
                  <a:cubicBezTo>
                    <a:pt x="40005" y="22670"/>
                    <a:pt x="35909" y="20860"/>
                    <a:pt x="31337" y="20860"/>
                  </a:cubicBezTo>
                  <a:cubicBezTo>
                    <a:pt x="27242" y="20860"/>
                    <a:pt x="22765" y="22098"/>
                    <a:pt x="18764" y="24860"/>
                  </a:cubicBezTo>
                  <a:lnTo>
                    <a:pt x="9620" y="15526"/>
                  </a:lnTo>
                  <a:cubicBezTo>
                    <a:pt x="15811" y="9715"/>
                    <a:pt x="24765" y="7144"/>
                    <a:pt x="32099" y="7144"/>
                  </a:cubicBezTo>
                  <a:cubicBezTo>
                    <a:pt x="46196" y="7144"/>
                    <a:pt x="55721" y="15145"/>
                    <a:pt x="55721" y="28099"/>
                  </a:cubicBezTo>
                  <a:lnTo>
                    <a:pt x="55721" y="62389"/>
                  </a:lnTo>
                  <a:lnTo>
                    <a:pt x="40291" y="62389"/>
                  </a:lnTo>
                  <a:lnTo>
                    <a:pt x="40291" y="56960"/>
                  </a:lnTo>
                  <a:lnTo>
                    <a:pt x="40100" y="56960"/>
                  </a:lnTo>
                  <a:cubicBezTo>
                    <a:pt x="37338" y="61627"/>
                    <a:pt x="32290" y="63722"/>
                    <a:pt x="25527" y="63722"/>
                  </a:cubicBezTo>
                  <a:cubicBezTo>
                    <a:pt x="14954" y="63722"/>
                    <a:pt x="7144" y="55912"/>
                    <a:pt x="7144" y="45529"/>
                  </a:cubicBezTo>
                  <a:close/>
                  <a:moveTo>
                    <a:pt x="40005" y="41815"/>
                  </a:moveTo>
                  <a:lnTo>
                    <a:pt x="40005" y="40005"/>
                  </a:lnTo>
                  <a:cubicBezTo>
                    <a:pt x="37909" y="39624"/>
                    <a:pt x="35338" y="39243"/>
                    <a:pt x="33147" y="39243"/>
                  </a:cubicBezTo>
                  <a:cubicBezTo>
                    <a:pt x="26003" y="39243"/>
                    <a:pt x="22955" y="41815"/>
                    <a:pt x="22860" y="45434"/>
                  </a:cubicBezTo>
                  <a:cubicBezTo>
                    <a:pt x="22765" y="49054"/>
                    <a:pt x="25527" y="51625"/>
                    <a:pt x="30385" y="51530"/>
                  </a:cubicBezTo>
                  <a:cubicBezTo>
                    <a:pt x="34861" y="51435"/>
                    <a:pt x="40005" y="48673"/>
                    <a:pt x="40005" y="418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Полилиния: фигура 162">
              <a:extLst>
                <a:ext uri="{FF2B5EF4-FFF2-40B4-BE49-F238E27FC236}">
                  <a16:creationId xmlns:a16="http://schemas.microsoft.com/office/drawing/2014/main" id="{775306B6-B862-4B83-B2B0-3AB58DFE8E29}"/>
                </a:ext>
              </a:extLst>
            </p:cNvPr>
            <p:cNvSpPr/>
            <p:nvPr/>
          </p:nvSpPr>
          <p:spPr>
            <a:xfrm>
              <a:off x="5779929" y="4841570"/>
              <a:ext cx="57150" cy="66675"/>
            </a:xfrm>
            <a:custGeom>
              <a:avLst/>
              <a:gdLst>
                <a:gd name="connsiteX0" fmla="*/ 22955 w 57150"/>
                <a:gd name="connsiteY0" fmla="*/ 20669 h 66675"/>
                <a:gd name="connsiteX1" fmla="*/ 7144 w 57150"/>
                <a:gd name="connsiteY1" fmla="*/ 20669 h 66675"/>
                <a:gd name="connsiteX2" fmla="*/ 7144 w 57150"/>
                <a:gd name="connsiteY2" fmla="*/ 7144 h 66675"/>
                <a:gd name="connsiteX3" fmla="*/ 55626 w 57150"/>
                <a:gd name="connsiteY3" fmla="*/ 7144 h 66675"/>
                <a:gd name="connsiteX4" fmla="*/ 50578 w 57150"/>
                <a:gd name="connsiteY4" fmla="*/ 20669 h 66675"/>
                <a:gd name="connsiteX5" fmla="*/ 38481 w 57150"/>
                <a:gd name="connsiteY5" fmla="*/ 20669 h 66675"/>
                <a:gd name="connsiteX6" fmla="*/ 38481 w 57150"/>
                <a:gd name="connsiteY6" fmla="*/ 61055 h 66675"/>
                <a:gd name="connsiteX7" fmla="*/ 22955 w 57150"/>
                <a:gd name="connsiteY7" fmla="*/ 61055 h 66675"/>
                <a:gd name="connsiteX8" fmla="*/ 22955 w 57150"/>
                <a:gd name="connsiteY8" fmla="*/ 20669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7150" h="66675">
                  <a:moveTo>
                    <a:pt x="22955" y="20669"/>
                  </a:moveTo>
                  <a:lnTo>
                    <a:pt x="7144" y="20669"/>
                  </a:lnTo>
                  <a:lnTo>
                    <a:pt x="7144" y="7144"/>
                  </a:lnTo>
                  <a:lnTo>
                    <a:pt x="55626" y="7144"/>
                  </a:lnTo>
                  <a:lnTo>
                    <a:pt x="50578" y="20669"/>
                  </a:lnTo>
                  <a:lnTo>
                    <a:pt x="38481" y="20669"/>
                  </a:lnTo>
                  <a:lnTo>
                    <a:pt x="38481" y="61055"/>
                  </a:lnTo>
                  <a:lnTo>
                    <a:pt x="22955" y="61055"/>
                  </a:lnTo>
                  <a:lnTo>
                    <a:pt x="22955" y="2066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Полилиния: фигура 163">
              <a:extLst>
                <a:ext uri="{FF2B5EF4-FFF2-40B4-BE49-F238E27FC236}">
                  <a16:creationId xmlns:a16="http://schemas.microsoft.com/office/drawing/2014/main" id="{DFE43D15-5B4C-4251-9B01-8AA05F8F8EC1}"/>
                </a:ext>
              </a:extLst>
            </p:cNvPr>
            <p:cNvSpPr/>
            <p:nvPr/>
          </p:nvSpPr>
          <p:spPr>
            <a:xfrm>
              <a:off x="5832316" y="4840237"/>
              <a:ext cx="66675" cy="66675"/>
            </a:xfrm>
            <a:custGeom>
              <a:avLst/>
              <a:gdLst>
                <a:gd name="connsiteX0" fmla="*/ 7144 w 66675"/>
                <a:gd name="connsiteY0" fmla="*/ 35243 h 66675"/>
                <a:gd name="connsiteX1" fmla="*/ 34862 w 66675"/>
                <a:gd name="connsiteY1" fmla="*/ 7144 h 66675"/>
                <a:gd name="connsiteX2" fmla="*/ 62389 w 66675"/>
                <a:gd name="connsiteY2" fmla="*/ 35243 h 66675"/>
                <a:gd name="connsiteX3" fmla="*/ 34862 w 66675"/>
                <a:gd name="connsiteY3" fmla="*/ 63627 h 66675"/>
                <a:gd name="connsiteX4" fmla="*/ 7144 w 66675"/>
                <a:gd name="connsiteY4" fmla="*/ 35243 h 66675"/>
                <a:gd name="connsiteX5" fmla="*/ 46196 w 66675"/>
                <a:gd name="connsiteY5" fmla="*/ 35243 h 66675"/>
                <a:gd name="connsiteX6" fmla="*/ 34862 w 66675"/>
                <a:gd name="connsiteY6" fmla="*/ 21050 h 66675"/>
                <a:gd name="connsiteX7" fmla="*/ 23432 w 66675"/>
                <a:gd name="connsiteY7" fmla="*/ 35243 h 66675"/>
                <a:gd name="connsiteX8" fmla="*/ 34862 w 66675"/>
                <a:gd name="connsiteY8" fmla="*/ 49816 h 66675"/>
                <a:gd name="connsiteX9" fmla="*/ 46196 w 66675"/>
                <a:gd name="connsiteY9" fmla="*/ 35243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6675" h="66675">
                  <a:moveTo>
                    <a:pt x="7144" y="35243"/>
                  </a:moveTo>
                  <a:cubicBezTo>
                    <a:pt x="7144" y="18764"/>
                    <a:pt x="18479" y="7144"/>
                    <a:pt x="34862" y="7144"/>
                  </a:cubicBezTo>
                  <a:cubicBezTo>
                    <a:pt x="50959" y="7144"/>
                    <a:pt x="62389" y="18764"/>
                    <a:pt x="62389" y="35243"/>
                  </a:cubicBezTo>
                  <a:cubicBezTo>
                    <a:pt x="62389" y="52007"/>
                    <a:pt x="50959" y="63627"/>
                    <a:pt x="34862" y="63627"/>
                  </a:cubicBezTo>
                  <a:cubicBezTo>
                    <a:pt x="18479" y="63722"/>
                    <a:pt x="7144" y="52007"/>
                    <a:pt x="7144" y="35243"/>
                  </a:cubicBezTo>
                  <a:close/>
                  <a:moveTo>
                    <a:pt x="46196" y="35243"/>
                  </a:moveTo>
                  <a:cubicBezTo>
                    <a:pt x="46196" y="26860"/>
                    <a:pt x="41910" y="21050"/>
                    <a:pt x="34862" y="21050"/>
                  </a:cubicBezTo>
                  <a:cubicBezTo>
                    <a:pt x="27813" y="21050"/>
                    <a:pt x="23432" y="26956"/>
                    <a:pt x="23432" y="35243"/>
                  </a:cubicBezTo>
                  <a:cubicBezTo>
                    <a:pt x="23432" y="43339"/>
                    <a:pt x="27813" y="49816"/>
                    <a:pt x="34862" y="49816"/>
                  </a:cubicBezTo>
                  <a:cubicBezTo>
                    <a:pt x="41910" y="49816"/>
                    <a:pt x="46196" y="43434"/>
                    <a:pt x="46196" y="3524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Полилиния: фигура 164">
              <a:extLst>
                <a:ext uri="{FF2B5EF4-FFF2-40B4-BE49-F238E27FC236}">
                  <a16:creationId xmlns:a16="http://schemas.microsoft.com/office/drawing/2014/main" id="{4B141EF5-2D85-4EA0-8DD2-6F35416E1747}"/>
                </a:ext>
              </a:extLst>
            </p:cNvPr>
            <p:cNvSpPr/>
            <p:nvPr/>
          </p:nvSpPr>
          <p:spPr>
            <a:xfrm>
              <a:off x="5898991" y="4840237"/>
              <a:ext cx="66675" cy="85725"/>
            </a:xfrm>
            <a:custGeom>
              <a:avLst/>
              <a:gdLst>
                <a:gd name="connsiteX0" fmla="*/ 22765 w 66675"/>
                <a:gd name="connsiteY0" fmla="*/ 82201 h 85725"/>
                <a:gd name="connsiteX1" fmla="*/ 7144 w 66675"/>
                <a:gd name="connsiteY1" fmla="*/ 82201 h 85725"/>
                <a:gd name="connsiteX2" fmla="*/ 7144 w 66675"/>
                <a:gd name="connsiteY2" fmla="*/ 8477 h 85725"/>
                <a:gd name="connsiteX3" fmla="*/ 22765 w 66675"/>
                <a:gd name="connsiteY3" fmla="*/ 8477 h 85725"/>
                <a:gd name="connsiteX4" fmla="*/ 22765 w 66675"/>
                <a:gd name="connsiteY4" fmla="*/ 13811 h 85725"/>
                <a:gd name="connsiteX5" fmla="*/ 22955 w 66675"/>
                <a:gd name="connsiteY5" fmla="*/ 13811 h 85725"/>
                <a:gd name="connsiteX6" fmla="*/ 38100 w 66675"/>
                <a:gd name="connsiteY6" fmla="*/ 7144 h 85725"/>
                <a:gd name="connsiteX7" fmla="*/ 62770 w 66675"/>
                <a:gd name="connsiteY7" fmla="*/ 35243 h 85725"/>
                <a:gd name="connsiteX8" fmla="*/ 38100 w 66675"/>
                <a:gd name="connsiteY8" fmla="*/ 63627 h 85725"/>
                <a:gd name="connsiteX9" fmla="*/ 22955 w 66675"/>
                <a:gd name="connsiteY9" fmla="*/ 56960 h 85725"/>
                <a:gd name="connsiteX10" fmla="*/ 22765 w 66675"/>
                <a:gd name="connsiteY10" fmla="*/ 56960 h 85725"/>
                <a:gd name="connsiteX11" fmla="*/ 22765 w 66675"/>
                <a:gd name="connsiteY11" fmla="*/ 82201 h 85725"/>
                <a:gd name="connsiteX12" fmla="*/ 34385 w 66675"/>
                <a:gd name="connsiteY12" fmla="*/ 49625 h 85725"/>
                <a:gd name="connsiteX13" fmla="*/ 46577 w 66675"/>
                <a:gd name="connsiteY13" fmla="*/ 35243 h 85725"/>
                <a:gd name="connsiteX14" fmla="*/ 34385 w 66675"/>
                <a:gd name="connsiteY14" fmla="*/ 21145 h 85725"/>
                <a:gd name="connsiteX15" fmla="*/ 22098 w 66675"/>
                <a:gd name="connsiteY15" fmla="*/ 35243 h 85725"/>
                <a:gd name="connsiteX16" fmla="*/ 34385 w 66675"/>
                <a:gd name="connsiteY16" fmla="*/ 49625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6675" h="85725">
                  <a:moveTo>
                    <a:pt x="22765" y="82201"/>
                  </a:moveTo>
                  <a:lnTo>
                    <a:pt x="7144" y="82201"/>
                  </a:lnTo>
                  <a:lnTo>
                    <a:pt x="7144" y="8477"/>
                  </a:lnTo>
                  <a:lnTo>
                    <a:pt x="22765" y="8477"/>
                  </a:lnTo>
                  <a:lnTo>
                    <a:pt x="22765" y="13811"/>
                  </a:lnTo>
                  <a:lnTo>
                    <a:pt x="22955" y="13811"/>
                  </a:lnTo>
                  <a:cubicBezTo>
                    <a:pt x="25337" y="10954"/>
                    <a:pt x="29908" y="7144"/>
                    <a:pt x="38100" y="7144"/>
                  </a:cubicBezTo>
                  <a:cubicBezTo>
                    <a:pt x="52197" y="7144"/>
                    <a:pt x="62770" y="18764"/>
                    <a:pt x="62770" y="35243"/>
                  </a:cubicBezTo>
                  <a:cubicBezTo>
                    <a:pt x="62770" y="51816"/>
                    <a:pt x="52197" y="63627"/>
                    <a:pt x="38100" y="63627"/>
                  </a:cubicBezTo>
                  <a:cubicBezTo>
                    <a:pt x="29908" y="63627"/>
                    <a:pt x="25241" y="59912"/>
                    <a:pt x="22955" y="56960"/>
                  </a:cubicBezTo>
                  <a:lnTo>
                    <a:pt x="22765" y="56960"/>
                  </a:lnTo>
                  <a:lnTo>
                    <a:pt x="22765" y="82201"/>
                  </a:lnTo>
                  <a:close/>
                  <a:moveTo>
                    <a:pt x="34385" y="49625"/>
                  </a:moveTo>
                  <a:cubicBezTo>
                    <a:pt x="41529" y="49625"/>
                    <a:pt x="46577" y="43529"/>
                    <a:pt x="46577" y="35243"/>
                  </a:cubicBezTo>
                  <a:cubicBezTo>
                    <a:pt x="46577" y="27337"/>
                    <a:pt x="41529" y="21145"/>
                    <a:pt x="34385" y="21145"/>
                  </a:cubicBezTo>
                  <a:cubicBezTo>
                    <a:pt x="27242" y="21145"/>
                    <a:pt x="22098" y="27337"/>
                    <a:pt x="22098" y="35243"/>
                  </a:cubicBezTo>
                  <a:cubicBezTo>
                    <a:pt x="22193" y="43529"/>
                    <a:pt x="27242" y="49625"/>
                    <a:pt x="34385" y="496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Полилиния: фигура 165">
              <a:extLst>
                <a:ext uri="{FF2B5EF4-FFF2-40B4-BE49-F238E27FC236}">
                  <a16:creationId xmlns:a16="http://schemas.microsoft.com/office/drawing/2014/main" id="{893920E4-CC58-40D9-8B72-14C9097F46EB}"/>
                </a:ext>
              </a:extLst>
            </p:cNvPr>
            <p:cNvSpPr/>
            <p:nvPr/>
          </p:nvSpPr>
          <p:spPr>
            <a:xfrm>
              <a:off x="5291106" y="4955775"/>
              <a:ext cx="57150" cy="66675"/>
            </a:xfrm>
            <a:custGeom>
              <a:avLst/>
              <a:gdLst>
                <a:gd name="connsiteX0" fmla="*/ 7144 w 57150"/>
                <a:gd name="connsiteY0" fmla="*/ 7144 h 66675"/>
                <a:gd name="connsiteX1" fmla="*/ 54197 w 57150"/>
                <a:gd name="connsiteY1" fmla="*/ 7144 h 66675"/>
                <a:gd name="connsiteX2" fmla="*/ 54197 w 57150"/>
                <a:gd name="connsiteY2" fmla="*/ 61151 h 66675"/>
                <a:gd name="connsiteX3" fmla="*/ 38576 w 57150"/>
                <a:gd name="connsiteY3" fmla="*/ 61151 h 66675"/>
                <a:gd name="connsiteX4" fmla="*/ 38576 w 57150"/>
                <a:gd name="connsiteY4" fmla="*/ 20765 h 66675"/>
                <a:gd name="connsiteX5" fmla="*/ 22765 w 57150"/>
                <a:gd name="connsiteY5" fmla="*/ 20765 h 66675"/>
                <a:gd name="connsiteX6" fmla="*/ 22765 w 57150"/>
                <a:gd name="connsiteY6" fmla="*/ 61151 h 66675"/>
                <a:gd name="connsiteX7" fmla="*/ 7144 w 57150"/>
                <a:gd name="connsiteY7" fmla="*/ 61151 h 66675"/>
                <a:gd name="connsiteX8" fmla="*/ 7144 w 57150"/>
                <a:gd name="connsiteY8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7150" h="66675">
                  <a:moveTo>
                    <a:pt x="7144" y="7144"/>
                  </a:moveTo>
                  <a:lnTo>
                    <a:pt x="54197" y="7144"/>
                  </a:lnTo>
                  <a:lnTo>
                    <a:pt x="54197" y="61151"/>
                  </a:lnTo>
                  <a:lnTo>
                    <a:pt x="38576" y="61151"/>
                  </a:lnTo>
                  <a:lnTo>
                    <a:pt x="38576" y="20765"/>
                  </a:lnTo>
                  <a:lnTo>
                    <a:pt x="22765" y="20765"/>
                  </a:lnTo>
                  <a:lnTo>
                    <a:pt x="22765" y="61151"/>
                  </a:lnTo>
                  <a:lnTo>
                    <a:pt x="7144" y="61151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Полилиния: фигура 166">
              <a:extLst>
                <a:ext uri="{FF2B5EF4-FFF2-40B4-BE49-F238E27FC236}">
                  <a16:creationId xmlns:a16="http://schemas.microsoft.com/office/drawing/2014/main" id="{ECECFBD3-9DF2-4B53-A4FF-CFB9208A2C31}"/>
                </a:ext>
              </a:extLst>
            </p:cNvPr>
            <p:cNvSpPr/>
            <p:nvPr/>
          </p:nvSpPr>
          <p:spPr>
            <a:xfrm>
              <a:off x="5349304" y="4954536"/>
              <a:ext cx="66675" cy="66675"/>
            </a:xfrm>
            <a:custGeom>
              <a:avLst/>
              <a:gdLst>
                <a:gd name="connsiteX0" fmla="*/ 7144 w 66675"/>
                <a:gd name="connsiteY0" fmla="*/ 35338 h 66675"/>
                <a:gd name="connsiteX1" fmla="*/ 33814 w 66675"/>
                <a:gd name="connsiteY1" fmla="*/ 7144 h 66675"/>
                <a:gd name="connsiteX2" fmla="*/ 59912 w 66675"/>
                <a:gd name="connsiteY2" fmla="*/ 36767 h 66675"/>
                <a:gd name="connsiteX3" fmla="*/ 59912 w 66675"/>
                <a:gd name="connsiteY3" fmla="*/ 40481 h 66675"/>
                <a:gd name="connsiteX4" fmla="*/ 24098 w 66675"/>
                <a:gd name="connsiteY4" fmla="*/ 40481 h 66675"/>
                <a:gd name="connsiteX5" fmla="*/ 36385 w 66675"/>
                <a:gd name="connsiteY5" fmla="*/ 49721 h 66675"/>
                <a:gd name="connsiteX6" fmla="*/ 47625 w 66675"/>
                <a:gd name="connsiteY6" fmla="*/ 44577 h 66675"/>
                <a:gd name="connsiteX7" fmla="*/ 57721 w 66675"/>
                <a:gd name="connsiteY7" fmla="*/ 54673 h 66675"/>
                <a:gd name="connsiteX8" fmla="*/ 34766 w 66675"/>
                <a:gd name="connsiteY8" fmla="*/ 63722 h 66675"/>
                <a:gd name="connsiteX9" fmla="*/ 7144 w 66675"/>
                <a:gd name="connsiteY9" fmla="*/ 35338 h 66675"/>
                <a:gd name="connsiteX10" fmla="*/ 43529 w 66675"/>
                <a:gd name="connsiteY10" fmla="*/ 29242 h 66675"/>
                <a:gd name="connsiteX11" fmla="*/ 33718 w 66675"/>
                <a:gd name="connsiteY11" fmla="*/ 19526 h 66675"/>
                <a:gd name="connsiteX12" fmla="*/ 23908 w 66675"/>
                <a:gd name="connsiteY12" fmla="*/ 29242 h 66675"/>
                <a:gd name="connsiteX13" fmla="*/ 43529 w 66675"/>
                <a:gd name="connsiteY13" fmla="*/ 2924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675" h="66675">
                  <a:moveTo>
                    <a:pt x="7144" y="35338"/>
                  </a:moveTo>
                  <a:cubicBezTo>
                    <a:pt x="7144" y="18860"/>
                    <a:pt x="18193" y="7144"/>
                    <a:pt x="33814" y="7144"/>
                  </a:cubicBezTo>
                  <a:cubicBezTo>
                    <a:pt x="48577" y="7144"/>
                    <a:pt x="59912" y="16097"/>
                    <a:pt x="59912" y="36767"/>
                  </a:cubicBezTo>
                  <a:lnTo>
                    <a:pt x="59912" y="40481"/>
                  </a:lnTo>
                  <a:lnTo>
                    <a:pt x="24098" y="40481"/>
                  </a:lnTo>
                  <a:cubicBezTo>
                    <a:pt x="25241" y="47435"/>
                    <a:pt x="31337" y="49721"/>
                    <a:pt x="36385" y="49721"/>
                  </a:cubicBezTo>
                  <a:cubicBezTo>
                    <a:pt x="41338" y="49721"/>
                    <a:pt x="45720" y="47339"/>
                    <a:pt x="47625" y="44577"/>
                  </a:cubicBezTo>
                  <a:lnTo>
                    <a:pt x="57721" y="54673"/>
                  </a:lnTo>
                  <a:cubicBezTo>
                    <a:pt x="51149" y="60960"/>
                    <a:pt x="43720" y="63722"/>
                    <a:pt x="34766" y="63722"/>
                  </a:cubicBezTo>
                  <a:cubicBezTo>
                    <a:pt x="20574" y="63722"/>
                    <a:pt x="7144" y="53626"/>
                    <a:pt x="7144" y="35338"/>
                  </a:cubicBezTo>
                  <a:close/>
                  <a:moveTo>
                    <a:pt x="43529" y="29242"/>
                  </a:moveTo>
                  <a:cubicBezTo>
                    <a:pt x="42863" y="23241"/>
                    <a:pt x="39719" y="19526"/>
                    <a:pt x="33718" y="19526"/>
                  </a:cubicBezTo>
                  <a:cubicBezTo>
                    <a:pt x="28289" y="19526"/>
                    <a:pt x="24860" y="23717"/>
                    <a:pt x="23908" y="29242"/>
                  </a:cubicBezTo>
                  <a:lnTo>
                    <a:pt x="43529" y="2924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Полилиния: фигура 167">
              <a:extLst>
                <a:ext uri="{FF2B5EF4-FFF2-40B4-BE49-F238E27FC236}">
                  <a16:creationId xmlns:a16="http://schemas.microsoft.com/office/drawing/2014/main" id="{36B6113B-23C2-4176-B12E-4A4271B9F7E9}"/>
                </a:ext>
              </a:extLst>
            </p:cNvPr>
            <p:cNvSpPr/>
            <p:nvPr/>
          </p:nvSpPr>
          <p:spPr>
            <a:xfrm>
              <a:off x="5413312" y="4954536"/>
              <a:ext cx="66675" cy="85725"/>
            </a:xfrm>
            <a:custGeom>
              <a:avLst/>
              <a:gdLst>
                <a:gd name="connsiteX0" fmla="*/ 22765 w 66675"/>
                <a:gd name="connsiteY0" fmla="*/ 82201 h 85725"/>
                <a:gd name="connsiteX1" fmla="*/ 7144 w 66675"/>
                <a:gd name="connsiteY1" fmla="*/ 82201 h 85725"/>
                <a:gd name="connsiteX2" fmla="*/ 7144 w 66675"/>
                <a:gd name="connsiteY2" fmla="*/ 8477 h 85725"/>
                <a:gd name="connsiteX3" fmla="*/ 22765 w 66675"/>
                <a:gd name="connsiteY3" fmla="*/ 8477 h 85725"/>
                <a:gd name="connsiteX4" fmla="*/ 22765 w 66675"/>
                <a:gd name="connsiteY4" fmla="*/ 13811 h 85725"/>
                <a:gd name="connsiteX5" fmla="*/ 22955 w 66675"/>
                <a:gd name="connsiteY5" fmla="*/ 13811 h 85725"/>
                <a:gd name="connsiteX6" fmla="*/ 38100 w 66675"/>
                <a:gd name="connsiteY6" fmla="*/ 7144 h 85725"/>
                <a:gd name="connsiteX7" fmla="*/ 62770 w 66675"/>
                <a:gd name="connsiteY7" fmla="*/ 35243 h 85725"/>
                <a:gd name="connsiteX8" fmla="*/ 38100 w 66675"/>
                <a:gd name="connsiteY8" fmla="*/ 63722 h 85725"/>
                <a:gd name="connsiteX9" fmla="*/ 22955 w 66675"/>
                <a:gd name="connsiteY9" fmla="*/ 57055 h 85725"/>
                <a:gd name="connsiteX10" fmla="*/ 22765 w 66675"/>
                <a:gd name="connsiteY10" fmla="*/ 57055 h 85725"/>
                <a:gd name="connsiteX11" fmla="*/ 22765 w 66675"/>
                <a:gd name="connsiteY11" fmla="*/ 82201 h 85725"/>
                <a:gd name="connsiteX12" fmla="*/ 34385 w 66675"/>
                <a:gd name="connsiteY12" fmla="*/ 49530 h 85725"/>
                <a:gd name="connsiteX13" fmla="*/ 46577 w 66675"/>
                <a:gd name="connsiteY13" fmla="*/ 35052 h 85725"/>
                <a:gd name="connsiteX14" fmla="*/ 34385 w 66675"/>
                <a:gd name="connsiteY14" fmla="*/ 20955 h 85725"/>
                <a:gd name="connsiteX15" fmla="*/ 22098 w 66675"/>
                <a:gd name="connsiteY15" fmla="*/ 35052 h 85725"/>
                <a:gd name="connsiteX16" fmla="*/ 34385 w 66675"/>
                <a:gd name="connsiteY16" fmla="*/ 49530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6675" h="85725">
                  <a:moveTo>
                    <a:pt x="22765" y="82201"/>
                  </a:moveTo>
                  <a:lnTo>
                    <a:pt x="7144" y="82201"/>
                  </a:lnTo>
                  <a:lnTo>
                    <a:pt x="7144" y="8477"/>
                  </a:lnTo>
                  <a:lnTo>
                    <a:pt x="22765" y="8477"/>
                  </a:lnTo>
                  <a:lnTo>
                    <a:pt x="22765" y="13811"/>
                  </a:lnTo>
                  <a:lnTo>
                    <a:pt x="22955" y="13811"/>
                  </a:lnTo>
                  <a:cubicBezTo>
                    <a:pt x="25336" y="10954"/>
                    <a:pt x="29908" y="7144"/>
                    <a:pt x="38100" y="7144"/>
                  </a:cubicBezTo>
                  <a:cubicBezTo>
                    <a:pt x="52197" y="7144"/>
                    <a:pt x="62770" y="18764"/>
                    <a:pt x="62770" y="35243"/>
                  </a:cubicBezTo>
                  <a:cubicBezTo>
                    <a:pt x="62770" y="51816"/>
                    <a:pt x="52197" y="63722"/>
                    <a:pt x="38100" y="63722"/>
                  </a:cubicBezTo>
                  <a:cubicBezTo>
                    <a:pt x="29908" y="63722"/>
                    <a:pt x="25241" y="60008"/>
                    <a:pt x="22955" y="57055"/>
                  </a:cubicBezTo>
                  <a:lnTo>
                    <a:pt x="22765" y="57055"/>
                  </a:lnTo>
                  <a:lnTo>
                    <a:pt x="22765" y="82201"/>
                  </a:lnTo>
                  <a:close/>
                  <a:moveTo>
                    <a:pt x="34385" y="49530"/>
                  </a:moveTo>
                  <a:cubicBezTo>
                    <a:pt x="41529" y="49530"/>
                    <a:pt x="46577" y="43434"/>
                    <a:pt x="46577" y="35052"/>
                  </a:cubicBezTo>
                  <a:cubicBezTo>
                    <a:pt x="46577" y="27146"/>
                    <a:pt x="41529" y="20955"/>
                    <a:pt x="34385" y="20955"/>
                  </a:cubicBezTo>
                  <a:cubicBezTo>
                    <a:pt x="27242" y="20955"/>
                    <a:pt x="22098" y="27146"/>
                    <a:pt x="22098" y="35052"/>
                  </a:cubicBezTo>
                  <a:cubicBezTo>
                    <a:pt x="22098" y="43434"/>
                    <a:pt x="27242" y="49530"/>
                    <a:pt x="34385" y="4953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Полилиния: фигура 168">
              <a:extLst>
                <a:ext uri="{FF2B5EF4-FFF2-40B4-BE49-F238E27FC236}">
                  <a16:creationId xmlns:a16="http://schemas.microsoft.com/office/drawing/2014/main" id="{A157A4C4-FA38-480C-A83F-23BDED4D2A03}"/>
                </a:ext>
              </a:extLst>
            </p:cNvPr>
            <p:cNvSpPr/>
            <p:nvPr/>
          </p:nvSpPr>
          <p:spPr>
            <a:xfrm>
              <a:off x="5476938" y="4954536"/>
              <a:ext cx="66675" cy="66675"/>
            </a:xfrm>
            <a:custGeom>
              <a:avLst/>
              <a:gdLst>
                <a:gd name="connsiteX0" fmla="*/ 7144 w 66675"/>
                <a:gd name="connsiteY0" fmla="*/ 35338 h 66675"/>
                <a:gd name="connsiteX1" fmla="*/ 33814 w 66675"/>
                <a:gd name="connsiteY1" fmla="*/ 7144 h 66675"/>
                <a:gd name="connsiteX2" fmla="*/ 59912 w 66675"/>
                <a:gd name="connsiteY2" fmla="*/ 36767 h 66675"/>
                <a:gd name="connsiteX3" fmla="*/ 59912 w 66675"/>
                <a:gd name="connsiteY3" fmla="*/ 40481 h 66675"/>
                <a:gd name="connsiteX4" fmla="*/ 24098 w 66675"/>
                <a:gd name="connsiteY4" fmla="*/ 40481 h 66675"/>
                <a:gd name="connsiteX5" fmla="*/ 36386 w 66675"/>
                <a:gd name="connsiteY5" fmla="*/ 49721 h 66675"/>
                <a:gd name="connsiteX6" fmla="*/ 47625 w 66675"/>
                <a:gd name="connsiteY6" fmla="*/ 44577 h 66675"/>
                <a:gd name="connsiteX7" fmla="*/ 57721 w 66675"/>
                <a:gd name="connsiteY7" fmla="*/ 54673 h 66675"/>
                <a:gd name="connsiteX8" fmla="*/ 34766 w 66675"/>
                <a:gd name="connsiteY8" fmla="*/ 63722 h 66675"/>
                <a:gd name="connsiteX9" fmla="*/ 7144 w 66675"/>
                <a:gd name="connsiteY9" fmla="*/ 35338 h 66675"/>
                <a:gd name="connsiteX10" fmla="*/ 43529 w 66675"/>
                <a:gd name="connsiteY10" fmla="*/ 29242 h 66675"/>
                <a:gd name="connsiteX11" fmla="*/ 33719 w 66675"/>
                <a:gd name="connsiteY11" fmla="*/ 19526 h 66675"/>
                <a:gd name="connsiteX12" fmla="*/ 23908 w 66675"/>
                <a:gd name="connsiteY12" fmla="*/ 29242 h 66675"/>
                <a:gd name="connsiteX13" fmla="*/ 43529 w 66675"/>
                <a:gd name="connsiteY13" fmla="*/ 2924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675" h="66675">
                  <a:moveTo>
                    <a:pt x="7144" y="35338"/>
                  </a:moveTo>
                  <a:cubicBezTo>
                    <a:pt x="7144" y="18860"/>
                    <a:pt x="18193" y="7144"/>
                    <a:pt x="33814" y="7144"/>
                  </a:cubicBezTo>
                  <a:cubicBezTo>
                    <a:pt x="48578" y="7144"/>
                    <a:pt x="59912" y="16097"/>
                    <a:pt x="59912" y="36767"/>
                  </a:cubicBezTo>
                  <a:lnTo>
                    <a:pt x="59912" y="40481"/>
                  </a:lnTo>
                  <a:lnTo>
                    <a:pt x="24098" y="40481"/>
                  </a:lnTo>
                  <a:cubicBezTo>
                    <a:pt x="25241" y="47435"/>
                    <a:pt x="31337" y="49721"/>
                    <a:pt x="36386" y="49721"/>
                  </a:cubicBezTo>
                  <a:cubicBezTo>
                    <a:pt x="41338" y="49721"/>
                    <a:pt x="45720" y="47339"/>
                    <a:pt x="47625" y="44577"/>
                  </a:cubicBezTo>
                  <a:lnTo>
                    <a:pt x="57721" y="54673"/>
                  </a:lnTo>
                  <a:cubicBezTo>
                    <a:pt x="51149" y="60960"/>
                    <a:pt x="43720" y="63722"/>
                    <a:pt x="34766" y="63722"/>
                  </a:cubicBezTo>
                  <a:cubicBezTo>
                    <a:pt x="20574" y="63722"/>
                    <a:pt x="7144" y="53626"/>
                    <a:pt x="7144" y="35338"/>
                  </a:cubicBezTo>
                  <a:close/>
                  <a:moveTo>
                    <a:pt x="43529" y="29242"/>
                  </a:moveTo>
                  <a:cubicBezTo>
                    <a:pt x="42863" y="23241"/>
                    <a:pt x="39719" y="19526"/>
                    <a:pt x="33719" y="19526"/>
                  </a:cubicBezTo>
                  <a:cubicBezTo>
                    <a:pt x="28289" y="19526"/>
                    <a:pt x="24860" y="23717"/>
                    <a:pt x="23908" y="29242"/>
                  </a:cubicBezTo>
                  <a:lnTo>
                    <a:pt x="43529" y="2924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Полилиния: фигура 169">
              <a:extLst>
                <a:ext uri="{FF2B5EF4-FFF2-40B4-BE49-F238E27FC236}">
                  <a16:creationId xmlns:a16="http://schemas.microsoft.com/office/drawing/2014/main" id="{9AD7DF30-8BDA-4557-A5BA-993CF92AB5FB}"/>
                </a:ext>
              </a:extLst>
            </p:cNvPr>
            <p:cNvSpPr/>
            <p:nvPr/>
          </p:nvSpPr>
          <p:spPr>
            <a:xfrm>
              <a:off x="5540947" y="4955775"/>
              <a:ext cx="57150" cy="66675"/>
            </a:xfrm>
            <a:custGeom>
              <a:avLst/>
              <a:gdLst>
                <a:gd name="connsiteX0" fmla="*/ 7144 w 57150"/>
                <a:gd name="connsiteY0" fmla="*/ 61151 h 66675"/>
                <a:gd name="connsiteX1" fmla="*/ 7144 w 57150"/>
                <a:gd name="connsiteY1" fmla="*/ 7144 h 66675"/>
                <a:gd name="connsiteX2" fmla="*/ 35052 w 57150"/>
                <a:gd name="connsiteY2" fmla="*/ 7144 h 66675"/>
                <a:gd name="connsiteX3" fmla="*/ 54864 w 57150"/>
                <a:gd name="connsiteY3" fmla="*/ 21812 h 66675"/>
                <a:gd name="connsiteX4" fmla="*/ 46863 w 57150"/>
                <a:gd name="connsiteY4" fmla="*/ 32194 h 66675"/>
                <a:gd name="connsiteX5" fmla="*/ 46863 w 57150"/>
                <a:gd name="connsiteY5" fmla="*/ 32385 h 66675"/>
                <a:gd name="connsiteX6" fmla="*/ 57150 w 57150"/>
                <a:gd name="connsiteY6" fmla="*/ 45244 h 66675"/>
                <a:gd name="connsiteX7" fmla="*/ 37433 w 57150"/>
                <a:gd name="connsiteY7" fmla="*/ 61151 h 66675"/>
                <a:gd name="connsiteX8" fmla="*/ 7144 w 57150"/>
                <a:gd name="connsiteY8" fmla="*/ 61151 h 66675"/>
                <a:gd name="connsiteX9" fmla="*/ 31623 w 57150"/>
                <a:gd name="connsiteY9" fmla="*/ 29528 h 66675"/>
                <a:gd name="connsiteX10" fmla="*/ 38671 w 57150"/>
                <a:gd name="connsiteY10" fmla="*/ 23908 h 66675"/>
                <a:gd name="connsiteX11" fmla="*/ 31623 w 57150"/>
                <a:gd name="connsiteY11" fmla="*/ 18574 h 66675"/>
                <a:gd name="connsiteX12" fmla="*/ 22765 w 57150"/>
                <a:gd name="connsiteY12" fmla="*/ 18574 h 66675"/>
                <a:gd name="connsiteX13" fmla="*/ 22765 w 57150"/>
                <a:gd name="connsiteY13" fmla="*/ 29623 h 66675"/>
                <a:gd name="connsiteX14" fmla="*/ 31623 w 57150"/>
                <a:gd name="connsiteY14" fmla="*/ 29623 h 66675"/>
                <a:gd name="connsiteX15" fmla="*/ 34480 w 57150"/>
                <a:gd name="connsiteY15" fmla="*/ 49816 h 66675"/>
                <a:gd name="connsiteX16" fmla="*/ 40386 w 57150"/>
                <a:gd name="connsiteY16" fmla="*/ 45148 h 66675"/>
                <a:gd name="connsiteX17" fmla="*/ 34480 w 57150"/>
                <a:gd name="connsiteY17" fmla="*/ 40005 h 66675"/>
                <a:gd name="connsiteX18" fmla="*/ 22765 w 57150"/>
                <a:gd name="connsiteY18" fmla="*/ 40005 h 66675"/>
                <a:gd name="connsiteX19" fmla="*/ 22765 w 57150"/>
                <a:gd name="connsiteY19" fmla="*/ 49816 h 66675"/>
                <a:gd name="connsiteX20" fmla="*/ 34480 w 57150"/>
                <a:gd name="connsiteY20" fmla="*/ 49816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7150" h="66675">
                  <a:moveTo>
                    <a:pt x="7144" y="61151"/>
                  </a:moveTo>
                  <a:lnTo>
                    <a:pt x="7144" y="7144"/>
                  </a:lnTo>
                  <a:lnTo>
                    <a:pt x="35052" y="7144"/>
                  </a:lnTo>
                  <a:cubicBezTo>
                    <a:pt x="45625" y="7144"/>
                    <a:pt x="54864" y="11144"/>
                    <a:pt x="54864" y="21812"/>
                  </a:cubicBezTo>
                  <a:cubicBezTo>
                    <a:pt x="54864" y="26765"/>
                    <a:pt x="51054" y="31052"/>
                    <a:pt x="46863" y="32194"/>
                  </a:cubicBezTo>
                  <a:lnTo>
                    <a:pt x="46863" y="32385"/>
                  </a:lnTo>
                  <a:cubicBezTo>
                    <a:pt x="53150" y="34100"/>
                    <a:pt x="57150" y="38576"/>
                    <a:pt x="57150" y="45244"/>
                  </a:cubicBezTo>
                  <a:cubicBezTo>
                    <a:pt x="57150" y="53150"/>
                    <a:pt x="51245" y="61151"/>
                    <a:pt x="37433" y="61151"/>
                  </a:cubicBezTo>
                  <a:lnTo>
                    <a:pt x="7144" y="61151"/>
                  </a:lnTo>
                  <a:close/>
                  <a:moveTo>
                    <a:pt x="31623" y="29528"/>
                  </a:moveTo>
                  <a:cubicBezTo>
                    <a:pt x="35624" y="29528"/>
                    <a:pt x="38671" y="27908"/>
                    <a:pt x="38671" y="23908"/>
                  </a:cubicBezTo>
                  <a:cubicBezTo>
                    <a:pt x="38671" y="19812"/>
                    <a:pt x="35528" y="18574"/>
                    <a:pt x="31623" y="18574"/>
                  </a:cubicBezTo>
                  <a:lnTo>
                    <a:pt x="22765" y="18574"/>
                  </a:lnTo>
                  <a:lnTo>
                    <a:pt x="22765" y="29623"/>
                  </a:lnTo>
                  <a:lnTo>
                    <a:pt x="31623" y="29623"/>
                  </a:lnTo>
                  <a:close/>
                  <a:moveTo>
                    <a:pt x="34480" y="49816"/>
                  </a:moveTo>
                  <a:cubicBezTo>
                    <a:pt x="38862" y="49816"/>
                    <a:pt x="40386" y="47530"/>
                    <a:pt x="40386" y="45148"/>
                  </a:cubicBezTo>
                  <a:cubicBezTo>
                    <a:pt x="40386" y="42577"/>
                    <a:pt x="38862" y="40005"/>
                    <a:pt x="34480" y="40005"/>
                  </a:cubicBezTo>
                  <a:lnTo>
                    <a:pt x="22765" y="40005"/>
                  </a:lnTo>
                  <a:lnTo>
                    <a:pt x="22765" y="49816"/>
                  </a:lnTo>
                  <a:lnTo>
                    <a:pt x="34480" y="4981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Полилиния: фигура 170">
              <a:extLst>
                <a:ext uri="{FF2B5EF4-FFF2-40B4-BE49-F238E27FC236}">
                  <a16:creationId xmlns:a16="http://schemas.microsoft.com/office/drawing/2014/main" id="{376C3A0B-1108-4A7E-9171-E11E7B182A79}"/>
                </a:ext>
              </a:extLst>
            </p:cNvPr>
            <p:cNvSpPr/>
            <p:nvPr/>
          </p:nvSpPr>
          <p:spPr>
            <a:xfrm>
              <a:off x="5598573" y="4954536"/>
              <a:ext cx="66675" cy="66675"/>
            </a:xfrm>
            <a:custGeom>
              <a:avLst/>
              <a:gdLst>
                <a:gd name="connsiteX0" fmla="*/ 7144 w 66675"/>
                <a:gd name="connsiteY0" fmla="*/ 35243 h 66675"/>
                <a:gd name="connsiteX1" fmla="*/ 34862 w 66675"/>
                <a:gd name="connsiteY1" fmla="*/ 7144 h 66675"/>
                <a:gd name="connsiteX2" fmla="*/ 62484 w 66675"/>
                <a:gd name="connsiteY2" fmla="*/ 35243 h 66675"/>
                <a:gd name="connsiteX3" fmla="*/ 34862 w 66675"/>
                <a:gd name="connsiteY3" fmla="*/ 63722 h 66675"/>
                <a:gd name="connsiteX4" fmla="*/ 7144 w 66675"/>
                <a:gd name="connsiteY4" fmla="*/ 35243 h 66675"/>
                <a:gd name="connsiteX5" fmla="*/ 46196 w 66675"/>
                <a:gd name="connsiteY5" fmla="*/ 35243 h 66675"/>
                <a:gd name="connsiteX6" fmla="*/ 34862 w 66675"/>
                <a:gd name="connsiteY6" fmla="*/ 21050 h 66675"/>
                <a:gd name="connsiteX7" fmla="*/ 23431 w 66675"/>
                <a:gd name="connsiteY7" fmla="*/ 35243 h 66675"/>
                <a:gd name="connsiteX8" fmla="*/ 34862 w 66675"/>
                <a:gd name="connsiteY8" fmla="*/ 49816 h 66675"/>
                <a:gd name="connsiteX9" fmla="*/ 46196 w 66675"/>
                <a:gd name="connsiteY9" fmla="*/ 35243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6675" h="66675">
                  <a:moveTo>
                    <a:pt x="7144" y="35243"/>
                  </a:moveTo>
                  <a:cubicBezTo>
                    <a:pt x="7144" y="18764"/>
                    <a:pt x="18479" y="7144"/>
                    <a:pt x="34862" y="7144"/>
                  </a:cubicBezTo>
                  <a:cubicBezTo>
                    <a:pt x="50959" y="7144"/>
                    <a:pt x="62484" y="18764"/>
                    <a:pt x="62484" y="35243"/>
                  </a:cubicBezTo>
                  <a:cubicBezTo>
                    <a:pt x="62484" y="52007"/>
                    <a:pt x="51054" y="63722"/>
                    <a:pt x="34862" y="63722"/>
                  </a:cubicBezTo>
                  <a:cubicBezTo>
                    <a:pt x="18479" y="63722"/>
                    <a:pt x="7144" y="52007"/>
                    <a:pt x="7144" y="35243"/>
                  </a:cubicBezTo>
                  <a:close/>
                  <a:moveTo>
                    <a:pt x="46196" y="35243"/>
                  </a:moveTo>
                  <a:cubicBezTo>
                    <a:pt x="46196" y="26860"/>
                    <a:pt x="41910" y="21050"/>
                    <a:pt x="34862" y="21050"/>
                  </a:cubicBezTo>
                  <a:cubicBezTo>
                    <a:pt x="27813" y="21050"/>
                    <a:pt x="23431" y="26956"/>
                    <a:pt x="23431" y="35243"/>
                  </a:cubicBezTo>
                  <a:cubicBezTo>
                    <a:pt x="23431" y="43339"/>
                    <a:pt x="27813" y="49816"/>
                    <a:pt x="34862" y="49816"/>
                  </a:cubicBezTo>
                  <a:cubicBezTo>
                    <a:pt x="41910" y="49816"/>
                    <a:pt x="46196" y="43339"/>
                    <a:pt x="46196" y="3524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Полилиния: фигура 171">
              <a:extLst>
                <a:ext uri="{FF2B5EF4-FFF2-40B4-BE49-F238E27FC236}">
                  <a16:creationId xmlns:a16="http://schemas.microsoft.com/office/drawing/2014/main" id="{E6F6F6D0-6382-45E1-AFAD-A86563742715}"/>
                </a:ext>
              </a:extLst>
            </p:cNvPr>
            <p:cNvSpPr/>
            <p:nvPr/>
          </p:nvSpPr>
          <p:spPr>
            <a:xfrm>
              <a:off x="5659056" y="4954536"/>
              <a:ext cx="57150" cy="66675"/>
            </a:xfrm>
            <a:custGeom>
              <a:avLst/>
              <a:gdLst>
                <a:gd name="connsiteX0" fmla="*/ 7144 w 57150"/>
                <a:gd name="connsiteY0" fmla="*/ 56198 h 66675"/>
                <a:gd name="connsiteX1" fmla="*/ 17050 w 57150"/>
                <a:gd name="connsiteY1" fmla="*/ 46387 h 66675"/>
                <a:gd name="connsiteX2" fmla="*/ 31147 w 57150"/>
                <a:gd name="connsiteY2" fmla="*/ 50959 h 66675"/>
                <a:gd name="connsiteX3" fmla="*/ 40100 w 57150"/>
                <a:gd name="connsiteY3" fmla="*/ 46196 h 66675"/>
                <a:gd name="connsiteX4" fmla="*/ 29908 w 57150"/>
                <a:gd name="connsiteY4" fmla="*/ 41624 h 66675"/>
                <a:gd name="connsiteX5" fmla="*/ 23717 w 57150"/>
                <a:gd name="connsiteY5" fmla="*/ 41624 h 66675"/>
                <a:gd name="connsiteX6" fmla="*/ 23717 w 57150"/>
                <a:gd name="connsiteY6" fmla="*/ 29242 h 66675"/>
                <a:gd name="connsiteX7" fmla="*/ 30671 w 57150"/>
                <a:gd name="connsiteY7" fmla="*/ 29242 h 66675"/>
                <a:gd name="connsiteX8" fmla="*/ 39148 w 57150"/>
                <a:gd name="connsiteY8" fmla="*/ 24384 h 66675"/>
                <a:gd name="connsiteX9" fmla="*/ 32671 w 57150"/>
                <a:gd name="connsiteY9" fmla="*/ 20003 h 66675"/>
                <a:gd name="connsiteX10" fmla="*/ 18860 w 57150"/>
                <a:gd name="connsiteY10" fmla="*/ 23241 h 66675"/>
                <a:gd name="connsiteX11" fmla="*/ 9430 w 57150"/>
                <a:gd name="connsiteY11" fmla="*/ 13811 h 66675"/>
                <a:gd name="connsiteX12" fmla="*/ 32957 w 57150"/>
                <a:gd name="connsiteY12" fmla="*/ 7144 h 66675"/>
                <a:gd name="connsiteX13" fmla="*/ 54483 w 57150"/>
                <a:gd name="connsiteY13" fmla="*/ 23051 h 66675"/>
                <a:gd name="connsiteX14" fmla="*/ 47244 w 57150"/>
                <a:gd name="connsiteY14" fmla="*/ 34957 h 66675"/>
                <a:gd name="connsiteX15" fmla="*/ 47244 w 57150"/>
                <a:gd name="connsiteY15" fmla="*/ 35147 h 66675"/>
                <a:gd name="connsiteX16" fmla="*/ 56293 w 57150"/>
                <a:gd name="connsiteY16" fmla="*/ 47054 h 66675"/>
                <a:gd name="connsiteX17" fmla="*/ 31909 w 57150"/>
                <a:gd name="connsiteY17" fmla="*/ 63722 h 66675"/>
                <a:gd name="connsiteX18" fmla="*/ 7144 w 57150"/>
                <a:gd name="connsiteY18" fmla="*/ 5619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7150" h="66675">
                  <a:moveTo>
                    <a:pt x="7144" y="56198"/>
                  </a:moveTo>
                  <a:lnTo>
                    <a:pt x="17050" y="46387"/>
                  </a:lnTo>
                  <a:cubicBezTo>
                    <a:pt x="20479" y="49054"/>
                    <a:pt x="28099" y="50959"/>
                    <a:pt x="31147" y="50959"/>
                  </a:cubicBezTo>
                  <a:cubicBezTo>
                    <a:pt x="35624" y="50959"/>
                    <a:pt x="40100" y="49911"/>
                    <a:pt x="40100" y="46196"/>
                  </a:cubicBezTo>
                  <a:cubicBezTo>
                    <a:pt x="40100" y="42863"/>
                    <a:pt x="37243" y="41624"/>
                    <a:pt x="29908" y="41624"/>
                  </a:cubicBezTo>
                  <a:lnTo>
                    <a:pt x="23717" y="41624"/>
                  </a:lnTo>
                  <a:lnTo>
                    <a:pt x="23717" y="29242"/>
                  </a:lnTo>
                  <a:lnTo>
                    <a:pt x="30671" y="29242"/>
                  </a:lnTo>
                  <a:cubicBezTo>
                    <a:pt x="37624" y="29242"/>
                    <a:pt x="39148" y="26575"/>
                    <a:pt x="39148" y="24384"/>
                  </a:cubicBezTo>
                  <a:cubicBezTo>
                    <a:pt x="39148" y="21050"/>
                    <a:pt x="36290" y="20003"/>
                    <a:pt x="32671" y="20003"/>
                  </a:cubicBezTo>
                  <a:cubicBezTo>
                    <a:pt x="27527" y="20003"/>
                    <a:pt x="20955" y="22289"/>
                    <a:pt x="18860" y="23241"/>
                  </a:cubicBezTo>
                  <a:lnTo>
                    <a:pt x="9430" y="13811"/>
                  </a:lnTo>
                  <a:cubicBezTo>
                    <a:pt x="16574" y="8858"/>
                    <a:pt x="26670" y="7144"/>
                    <a:pt x="32957" y="7144"/>
                  </a:cubicBezTo>
                  <a:cubicBezTo>
                    <a:pt x="45053" y="7144"/>
                    <a:pt x="54483" y="13621"/>
                    <a:pt x="54483" y="23051"/>
                  </a:cubicBezTo>
                  <a:cubicBezTo>
                    <a:pt x="54483" y="27623"/>
                    <a:pt x="51816" y="32099"/>
                    <a:pt x="47244" y="34957"/>
                  </a:cubicBezTo>
                  <a:lnTo>
                    <a:pt x="47244" y="35147"/>
                  </a:lnTo>
                  <a:cubicBezTo>
                    <a:pt x="52197" y="36957"/>
                    <a:pt x="56293" y="41529"/>
                    <a:pt x="56293" y="47054"/>
                  </a:cubicBezTo>
                  <a:cubicBezTo>
                    <a:pt x="56293" y="57912"/>
                    <a:pt x="45149" y="63722"/>
                    <a:pt x="31909" y="63722"/>
                  </a:cubicBezTo>
                  <a:cubicBezTo>
                    <a:pt x="21050" y="63722"/>
                    <a:pt x="13145" y="60389"/>
                    <a:pt x="7144" y="5619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Полилиния: фигура 172">
              <a:extLst>
                <a:ext uri="{FF2B5EF4-FFF2-40B4-BE49-F238E27FC236}">
                  <a16:creationId xmlns:a16="http://schemas.microsoft.com/office/drawing/2014/main" id="{7F5D7807-B4C4-438F-AC2B-E2C57F54D008}"/>
                </a:ext>
              </a:extLst>
            </p:cNvPr>
            <p:cNvSpPr/>
            <p:nvPr/>
          </p:nvSpPr>
          <p:spPr>
            <a:xfrm>
              <a:off x="5716111" y="4954536"/>
              <a:ext cx="66675" cy="66675"/>
            </a:xfrm>
            <a:custGeom>
              <a:avLst/>
              <a:gdLst>
                <a:gd name="connsiteX0" fmla="*/ 7144 w 66675"/>
                <a:gd name="connsiteY0" fmla="*/ 35243 h 66675"/>
                <a:gd name="connsiteX1" fmla="*/ 34862 w 66675"/>
                <a:gd name="connsiteY1" fmla="*/ 7144 h 66675"/>
                <a:gd name="connsiteX2" fmla="*/ 62484 w 66675"/>
                <a:gd name="connsiteY2" fmla="*/ 35243 h 66675"/>
                <a:gd name="connsiteX3" fmla="*/ 34862 w 66675"/>
                <a:gd name="connsiteY3" fmla="*/ 63722 h 66675"/>
                <a:gd name="connsiteX4" fmla="*/ 7144 w 66675"/>
                <a:gd name="connsiteY4" fmla="*/ 35243 h 66675"/>
                <a:gd name="connsiteX5" fmla="*/ 46196 w 66675"/>
                <a:gd name="connsiteY5" fmla="*/ 35243 h 66675"/>
                <a:gd name="connsiteX6" fmla="*/ 34862 w 66675"/>
                <a:gd name="connsiteY6" fmla="*/ 21050 h 66675"/>
                <a:gd name="connsiteX7" fmla="*/ 23432 w 66675"/>
                <a:gd name="connsiteY7" fmla="*/ 35243 h 66675"/>
                <a:gd name="connsiteX8" fmla="*/ 34862 w 66675"/>
                <a:gd name="connsiteY8" fmla="*/ 49816 h 66675"/>
                <a:gd name="connsiteX9" fmla="*/ 46196 w 66675"/>
                <a:gd name="connsiteY9" fmla="*/ 35243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6675" h="66675">
                  <a:moveTo>
                    <a:pt x="7144" y="35243"/>
                  </a:moveTo>
                  <a:cubicBezTo>
                    <a:pt x="7144" y="18764"/>
                    <a:pt x="18479" y="7144"/>
                    <a:pt x="34862" y="7144"/>
                  </a:cubicBezTo>
                  <a:cubicBezTo>
                    <a:pt x="50959" y="7144"/>
                    <a:pt x="62484" y="18764"/>
                    <a:pt x="62484" y="35243"/>
                  </a:cubicBezTo>
                  <a:cubicBezTo>
                    <a:pt x="62484" y="52007"/>
                    <a:pt x="51054" y="63722"/>
                    <a:pt x="34862" y="63722"/>
                  </a:cubicBezTo>
                  <a:cubicBezTo>
                    <a:pt x="18479" y="63722"/>
                    <a:pt x="7144" y="52007"/>
                    <a:pt x="7144" y="35243"/>
                  </a:cubicBezTo>
                  <a:close/>
                  <a:moveTo>
                    <a:pt x="46196" y="35243"/>
                  </a:moveTo>
                  <a:cubicBezTo>
                    <a:pt x="46196" y="26860"/>
                    <a:pt x="41910" y="21050"/>
                    <a:pt x="34862" y="21050"/>
                  </a:cubicBezTo>
                  <a:cubicBezTo>
                    <a:pt x="27813" y="21050"/>
                    <a:pt x="23432" y="26956"/>
                    <a:pt x="23432" y="35243"/>
                  </a:cubicBezTo>
                  <a:cubicBezTo>
                    <a:pt x="23432" y="43339"/>
                    <a:pt x="27813" y="49816"/>
                    <a:pt x="34862" y="49816"/>
                  </a:cubicBezTo>
                  <a:cubicBezTo>
                    <a:pt x="41910" y="49816"/>
                    <a:pt x="46196" y="43339"/>
                    <a:pt x="46196" y="3524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Полилиния: фигура 173">
              <a:extLst>
                <a:ext uri="{FF2B5EF4-FFF2-40B4-BE49-F238E27FC236}">
                  <a16:creationId xmlns:a16="http://schemas.microsoft.com/office/drawing/2014/main" id="{029D1D54-EB8A-4F9D-A32B-8C858FCB60C6}"/>
                </a:ext>
              </a:extLst>
            </p:cNvPr>
            <p:cNvSpPr/>
            <p:nvPr/>
          </p:nvSpPr>
          <p:spPr>
            <a:xfrm>
              <a:off x="5782881" y="4955775"/>
              <a:ext cx="57150" cy="66675"/>
            </a:xfrm>
            <a:custGeom>
              <a:avLst/>
              <a:gdLst>
                <a:gd name="connsiteX0" fmla="*/ 7144 w 57150"/>
                <a:gd name="connsiteY0" fmla="*/ 7144 h 66675"/>
                <a:gd name="connsiteX1" fmla="*/ 22765 w 57150"/>
                <a:gd name="connsiteY1" fmla="*/ 7144 h 66675"/>
                <a:gd name="connsiteX2" fmla="*/ 22765 w 57150"/>
                <a:gd name="connsiteY2" fmla="*/ 27527 h 66675"/>
                <a:gd name="connsiteX3" fmla="*/ 25146 w 57150"/>
                <a:gd name="connsiteY3" fmla="*/ 27527 h 66675"/>
                <a:gd name="connsiteX4" fmla="*/ 37910 w 57150"/>
                <a:gd name="connsiteY4" fmla="*/ 7144 h 66675"/>
                <a:gd name="connsiteX5" fmla="*/ 55817 w 57150"/>
                <a:gd name="connsiteY5" fmla="*/ 7144 h 66675"/>
                <a:gd name="connsiteX6" fmla="*/ 38481 w 57150"/>
                <a:gd name="connsiteY6" fmla="*/ 33909 h 66675"/>
                <a:gd name="connsiteX7" fmla="*/ 57912 w 57150"/>
                <a:gd name="connsiteY7" fmla="*/ 61151 h 66675"/>
                <a:gd name="connsiteX8" fmla="*/ 38862 w 57150"/>
                <a:gd name="connsiteY8" fmla="*/ 61151 h 66675"/>
                <a:gd name="connsiteX9" fmla="*/ 24575 w 57150"/>
                <a:gd name="connsiteY9" fmla="*/ 40577 h 66675"/>
                <a:gd name="connsiteX10" fmla="*/ 22860 w 57150"/>
                <a:gd name="connsiteY10" fmla="*/ 40577 h 66675"/>
                <a:gd name="connsiteX11" fmla="*/ 22860 w 57150"/>
                <a:gd name="connsiteY11" fmla="*/ 61151 h 66675"/>
                <a:gd name="connsiteX12" fmla="*/ 7239 w 57150"/>
                <a:gd name="connsiteY12" fmla="*/ 61151 h 66675"/>
                <a:gd name="connsiteX13" fmla="*/ 7239 w 57150"/>
                <a:gd name="connsiteY13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7150" h="66675">
                  <a:moveTo>
                    <a:pt x="7144" y="7144"/>
                  </a:moveTo>
                  <a:lnTo>
                    <a:pt x="22765" y="7144"/>
                  </a:lnTo>
                  <a:lnTo>
                    <a:pt x="22765" y="27527"/>
                  </a:lnTo>
                  <a:lnTo>
                    <a:pt x="25146" y="27527"/>
                  </a:lnTo>
                  <a:lnTo>
                    <a:pt x="37910" y="7144"/>
                  </a:lnTo>
                  <a:lnTo>
                    <a:pt x="55817" y="7144"/>
                  </a:lnTo>
                  <a:lnTo>
                    <a:pt x="38481" y="33909"/>
                  </a:lnTo>
                  <a:lnTo>
                    <a:pt x="57912" y="61151"/>
                  </a:lnTo>
                  <a:lnTo>
                    <a:pt x="38862" y="61151"/>
                  </a:lnTo>
                  <a:lnTo>
                    <a:pt x="24575" y="40577"/>
                  </a:lnTo>
                  <a:lnTo>
                    <a:pt x="22860" y="40577"/>
                  </a:lnTo>
                  <a:lnTo>
                    <a:pt x="22860" y="61151"/>
                  </a:lnTo>
                  <a:lnTo>
                    <a:pt x="7239" y="61151"/>
                  </a:lnTo>
                  <a:lnTo>
                    <a:pt x="7239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Полилиния: фигура 174">
              <a:extLst>
                <a:ext uri="{FF2B5EF4-FFF2-40B4-BE49-F238E27FC236}">
                  <a16:creationId xmlns:a16="http://schemas.microsoft.com/office/drawing/2014/main" id="{09580272-08EA-4AB8-8776-135DF9CE5627}"/>
                </a:ext>
              </a:extLst>
            </p:cNvPr>
            <p:cNvSpPr/>
            <p:nvPr/>
          </p:nvSpPr>
          <p:spPr>
            <a:xfrm>
              <a:off x="4874482" y="4752702"/>
              <a:ext cx="342900" cy="409575"/>
            </a:xfrm>
            <a:custGeom>
              <a:avLst/>
              <a:gdLst>
                <a:gd name="connsiteX0" fmla="*/ 78867 w 342900"/>
                <a:gd name="connsiteY0" fmla="*/ 281083 h 409575"/>
                <a:gd name="connsiteX1" fmla="*/ 74771 w 342900"/>
                <a:gd name="connsiteY1" fmla="*/ 271272 h 409575"/>
                <a:gd name="connsiteX2" fmla="*/ 34195 w 342900"/>
                <a:gd name="connsiteY2" fmla="*/ 173260 h 409575"/>
                <a:gd name="connsiteX3" fmla="*/ 173260 w 342900"/>
                <a:gd name="connsiteY3" fmla="*/ 34195 h 409575"/>
                <a:gd name="connsiteX4" fmla="*/ 312325 w 342900"/>
                <a:gd name="connsiteY4" fmla="*/ 173260 h 409575"/>
                <a:gd name="connsiteX5" fmla="*/ 271558 w 342900"/>
                <a:gd name="connsiteY5" fmla="*/ 271558 h 409575"/>
                <a:gd name="connsiteX6" fmla="*/ 154115 w 342900"/>
                <a:gd name="connsiteY6" fmla="*/ 389001 h 409575"/>
                <a:gd name="connsiteX7" fmla="*/ 173260 w 342900"/>
                <a:gd name="connsiteY7" fmla="*/ 408146 h 409575"/>
                <a:gd name="connsiteX8" fmla="*/ 290798 w 342900"/>
                <a:gd name="connsiteY8" fmla="*/ 290608 h 409575"/>
                <a:gd name="connsiteX9" fmla="*/ 339376 w 342900"/>
                <a:gd name="connsiteY9" fmla="*/ 173260 h 409575"/>
                <a:gd name="connsiteX10" fmla="*/ 173260 w 342900"/>
                <a:gd name="connsiteY10" fmla="*/ 7144 h 409575"/>
                <a:gd name="connsiteX11" fmla="*/ 7144 w 342900"/>
                <a:gd name="connsiteY11" fmla="*/ 173260 h 409575"/>
                <a:gd name="connsiteX12" fmla="*/ 55626 w 342900"/>
                <a:gd name="connsiteY12" fmla="*/ 290513 h 409575"/>
                <a:gd name="connsiteX13" fmla="*/ 65342 w 342900"/>
                <a:gd name="connsiteY13" fmla="*/ 294513 h 409575"/>
                <a:gd name="connsiteX14" fmla="*/ 78867 w 342900"/>
                <a:gd name="connsiteY14" fmla="*/ 281083 h 409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42900" h="409575">
                  <a:moveTo>
                    <a:pt x="78867" y="281083"/>
                  </a:moveTo>
                  <a:cubicBezTo>
                    <a:pt x="78867" y="277273"/>
                    <a:pt x="77248" y="273844"/>
                    <a:pt x="74771" y="271272"/>
                  </a:cubicBezTo>
                  <a:cubicBezTo>
                    <a:pt x="49816" y="246317"/>
                    <a:pt x="34195" y="211455"/>
                    <a:pt x="34195" y="173260"/>
                  </a:cubicBezTo>
                  <a:cubicBezTo>
                    <a:pt x="34195" y="96584"/>
                    <a:pt x="96583" y="34195"/>
                    <a:pt x="173260" y="34195"/>
                  </a:cubicBezTo>
                  <a:cubicBezTo>
                    <a:pt x="249936" y="34195"/>
                    <a:pt x="312325" y="96584"/>
                    <a:pt x="312325" y="173260"/>
                  </a:cubicBezTo>
                  <a:cubicBezTo>
                    <a:pt x="312325" y="211646"/>
                    <a:pt x="296704" y="246412"/>
                    <a:pt x="271558" y="271558"/>
                  </a:cubicBezTo>
                  <a:lnTo>
                    <a:pt x="154115" y="389001"/>
                  </a:lnTo>
                  <a:lnTo>
                    <a:pt x="173260" y="408146"/>
                  </a:lnTo>
                  <a:lnTo>
                    <a:pt x="290798" y="290608"/>
                  </a:lnTo>
                  <a:cubicBezTo>
                    <a:pt x="320802" y="260509"/>
                    <a:pt x="339376" y="219075"/>
                    <a:pt x="339376" y="173260"/>
                  </a:cubicBezTo>
                  <a:cubicBezTo>
                    <a:pt x="339376" y="81534"/>
                    <a:pt x="264986" y="7144"/>
                    <a:pt x="173260" y="7144"/>
                  </a:cubicBezTo>
                  <a:cubicBezTo>
                    <a:pt x="81534" y="7144"/>
                    <a:pt x="7144" y="81534"/>
                    <a:pt x="7144" y="173260"/>
                  </a:cubicBezTo>
                  <a:cubicBezTo>
                    <a:pt x="7144" y="219075"/>
                    <a:pt x="25717" y="260604"/>
                    <a:pt x="55626" y="290513"/>
                  </a:cubicBezTo>
                  <a:cubicBezTo>
                    <a:pt x="58198" y="293084"/>
                    <a:pt x="61532" y="294513"/>
                    <a:pt x="65342" y="294513"/>
                  </a:cubicBezTo>
                  <a:cubicBezTo>
                    <a:pt x="72771" y="294513"/>
                    <a:pt x="78867" y="288512"/>
                    <a:pt x="78867" y="28108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Полилиния: фигура 175">
              <a:extLst>
                <a:ext uri="{FF2B5EF4-FFF2-40B4-BE49-F238E27FC236}">
                  <a16:creationId xmlns:a16="http://schemas.microsoft.com/office/drawing/2014/main" id="{3ED469D4-B526-43A2-A4E8-75CF72A75283}"/>
                </a:ext>
              </a:extLst>
            </p:cNvPr>
            <p:cNvSpPr/>
            <p:nvPr/>
          </p:nvSpPr>
          <p:spPr>
            <a:xfrm>
              <a:off x="5078031" y="4879384"/>
              <a:ext cx="19050" cy="19050"/>
            </a:xfrm>
            <a:custGeom>
              <a:avLst/>
              <a:gdLst>
                <a:gd name="connsiteX0" fmla="*/ 13145 w 19050"/>
                <a:gd name="connsiteY0" fmla="*/ 19145 h 19050"/>
                <a:gd name="connsiteX1" fmla="*/ 19145 w 19050"/>
                <a:gd name="connsiteY1" fmla="*/ 13144 h 19050"/>
                <a:gd name="connsiteX2" fmla="*/ 13145 w 19050"/>
                <a:gd name="connsiteY2" fmla="*/ 7144 h 19050"/>
                <a:gd name="connsiteX3" fmla="*/ 7144 w 19050"/>
                <a:gd name="connsiteY3" fmla="*/ 13144 h 19050"/>
                <a:gd name="connsiteX4" fmla="*/ 13145 w 19050"/>
                <a:gd name="connsiteY4" fmla="*/ 1914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3145" y="19145"/>
                  </a:moveTo>
                  <a:cubicBezTo>
                    <a:pt x="16478" y="19145"/>
                    <a:pt x="19145" y="16478"/>
                    <a:pt x="19145" y="13144"/>
                  </a:cubicBezTo>
                  <a:cubicBezTo>
                    <a:pt x="19145" y="9811"/>
                    <a:pt x="16478" y="7144"/>
                    <a:pt x="13145" y="7144"/>
                  </a:cubicBezTo>
                  <a:cubicBezTo>
                    <a:pt x="9811" y="7144"/>
                    <a:pt x="7144" y="9811"/>
                    <a:pt x="7144" y="13144"/>
                  </a:cubicBezTo>
                  <a:cubicBezTo>
                    <a:pt x="7144" y="16478"/>
                    <a:pt x="9811" y="19145"/>
                    <a:pt x="13145" y="1914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Полилиния: фигура 176">
              <a:extLst>
                <a:ext uri="{FF2B5EF4-FFF2-40B4-BE49-F238E27FC236}">
                  <a16:creationId xmlns:a16="http://schemas.microsoft.com/office/drawing/2014/main" id="{35D93207-AC98-4630-8846-C6D334BD8ABB}"/>
                </a:ext>
              </a:extLst>
            </p:cNvPr>
            <p:cNvSpPr/>
            <p:nvPr/>
          </p:nvSpPr>
          <p:spPr>
            <a:xfrm>
              <a:off x="4945348" y="4842713"/>
              <a:ext cx="200025" cy="171450"/>
            </a:xfrm>
            <a:custGeom>
              <a:avLst/>
              <a:gdLst>
                <a:gd name="connsiteX0" fmla="*/ 157543 w 200025"/>
                <a:gd name="connsiteY0" fmla="*/ 105632 h 171450"/>
                <a:gd name="connsiteX1" fmla="*/ 175165 w 200025"/>
                <a:gd name="connsiteY1" fmla="*/ 78772 h 171450"/>
                <a:gd name="connsiteX2" fmla="*/ 174688 w 200025"/>
                <a:gd name="connsiteY2" fmla="*/ 73819 h 171450"/>
                <a:gd name="connsiteX3" fmla="*/ 181451 w 200025"/>
                <a:gd name="connsiteY3" fmla="*/ 62579 h 171450"/>
                <a:gd name="connsiteX4" fmla="*/ 181451 w 200025"/>
                <a:gd name="connsiteY4" fmla="*/ 58293 h 171450"/>
                <a:gd name="connsiteX5" fmla="*/ 155924 w 200025"/>
                <a:gd name="connsiteY5" fmla="*/ 35433 h 171450"/>
                <a:gd name="connsiteX6" fmla="*/ 155924 w 200025"/>
                <a:gd name="connsiteY6" fmla="*/ 21146 h 171450"/>
                <a:gd name="connsiteX7" fmla="*/ 88106 w 200025"/>
                <a:gd name="connsiteY7" fmla="*/ 7144 h 171450"/>
                <a:gd name="connsiteX8" fmla="*/ 20288 w 200025"/>
                <a:gd name="connsiteY8" fmla="*/ 21146 h 171450"/>
                <a:gd name="connsiteX9" fmla="*/ 20288 w 200025"/>
                <a:gd name="connsiteY9" fmla="*/ 46101 h 171450"/>
                <a:gd name="connsiteX10" fmla="*/ 7144 w 200025"/>
                <a:gd name="connsiteY10" fmla="*/ 46101 h 171450"/>
                <a:gd name="connsiteX11" fmla="*/ 7144 w 200025"/>
                <a:gd name="connsiteY11" fmla="*/ 71438 h 171450"/>
                <a:gd name="connsiteX12" fmla="*/ 20288 w 200025"/>
                <a:gd name="connsiteY12" fmla="*/ 71438 h 171450"/>
                <a:gd name="connsiteX13" fmla="*/ 20288 w 200025"/>
                <a:gd name="connsiteY13" fmla="*/ 148590 h 171450"/>
                <a:gd name="connsiteX14" fmla="*/ 26384 w 200025"/>
                <a:gd name="connsiteY14" fmla="*/ 148590 h 171450"/>
                <a:gd name="connsiteX15" fmla="*/ 26384 w 200025"/>
                <a:gd name="connsiteY15" fmla="*/ 156305 h 171450"/>
                <a:gd name="connsiteX16" fmla="*/ 39243 w 200025"/>
                <a:gd name="connsiteY16" fmla="*/ 169164 h 171450"/>
                <a:gd name="connsiteX17" fmla="*/ 52102 w 200025"/>
                <a:gd name="connsiteY17" fmla="*/ 156305 h 171450"/>
                <a:gd name="connsiteX18" fmla="*/ 52102 w 200025"/>
                <a:gd name="connsiteY18" fmla="*/ 148590 h 171450"/>
                <a:gd name="connsiteX19" fmla="*/ 96107 w 200025"/>
                <a:gd name="connsiteY19" fmla="*/ 148590 h 171450"/>
                <a:gd name="connsiteX20" fmla="*/ 96107 w 200025"/>
                <a:gd name="connsiteY20" fmla="*/ 169355 h 171450"/>
                <a:gd name="connsiteX21" fmla="*/ 195548 w 200025"/>
                <a:gd name="connsiteY21" fmla="*/ 169355 h 171450"/>
                <a:gd name="connsiteX22" fmla="*/ 195548 w 200025"/>
                <a:gd name="connsiteY22" fmla="*/ 143732 h 171450"/>
                <a:gd name="connsiteX23" fmla="*/ 157543 w 200025"/>
                <a:gd name="connsiteY23" fmla="*/ 105632 h 171450"/>
                <a:gd name="connsiteX24" fmla="*/ 145828 w 200025"/>
                <a:gd name="connsiteY24" fmla="*/ 101251 h 171450"/>
                <a:gd name="connsiteX25" fmla="*/ 123349 w 200025"/>
                <a:gd name="connsiteY25" fmla="*/ 78772 h 171450"/>
                <a:gd name="connsiteX26" fmla="*/ 123539 w 200025"/>
                <a:gd name="connsiteY26" fmla="*/ 77438 h 171450"/>
                <a:gd name="connsiteX27" fmla="*/ 145828 w 200025"/>
                <a:gd name="connsiteY27" fmla="*/ 81439 h 171450"/>
                <a:gd name="connsiteX28" fmla="*/ 168116 w 200025"/>
                <a:gd name="connsiteY28" fmla="*/ 77438 h 171450"/>
                <a:gd name="connsiteX29" fmla="*/ 168307 w 200025"/>
                <a:gd name="connsiteY29" fmla="*/ 78772 h 171450"/>
                <a:gd name="connsiteX30" fmla="*/ 145828 w 200025"/>
                <a:gd name="connsiteY30" fmla="*/ 101251 h 171450"/>
                <a:gd name="connsiteX31" fmla="*/ 145828 w 200025"/>
                <a:gd name="connsiteY31" fmla="*/ 74486 h 171450"/>
                <a:gd name="connsiteX32" fmla="*/ 118015 w 200025"/>
                <a:gd name="connsiteY32" fmla="*/ 65056 h 171450"/>
                <a:gd name="connsiteX33" fmla="*/ 173641 w 200025"/>
                <a:gd name="connsiteY33" fmla="*/ 65056 h 171450"/>
                <a:gd name="connsiteX34" fmla="*/ 145828 w 200025"/>
                <a:gd name="connsiteY34" fmla="*/ 74486 h 171450"/>
                <a:gd name="connsiteX35" fmla="*/ 145828 w 200025"/>
                <a:gd name="connsiteY35" fmla="*/ 41339 h 171450"/>
                <a:gd name="connsiteX36" fmla="*/ 174498 w 200025"/>
                <a:gd name="connsiteY36" fmla="*/ 58103 h 171450"/>
                <a:gd name="connsiteX37" fmla="*/ 117158 w 200025"/>
                <a:gd name="connsiteY37" fmla="*/ 58103 h 171450"/>
                <a:gd name="connsiteX38" fmla="*/ 145828 w 200025"/>
                <a:gd name="connsiteY38" fmla="*/ 41339 h 171450"/>
                <a:gd name="connsiteX39" fmla="*/ 55721 w 200025"/>
                <a:gd name="connsiteY39" fmla="*/ 20669 h 171450"/>
                <a:gd name="connsiteX40" fmla="*/ 120682 w 200025"/>
                <a:gd name="connsiteY40" fmla="*/ 20669 h 171450"/>
                <a:gd name="connsiteX41" fmla="*/ 120682 w 200025"/>
                <a:gd name="connsiteY41" fmla="*/ 20669 h 171450"/>
                <a:gd name="connsiteX42" fmla="*/ 120682 w 200025"/>
                <a:gd name="connsiteY42" fmla="*/ 20669 h 171450"/>
                <a:gd name="connsiteX43" fmla="*/ 120682 w 200025"/>
                <a:gd name="connsiteY43" fmla="*/ 33814 h 171450"/>
                <a:gd name="connsiteX44" fmla="*/ 55721 w 200025"/>
                <a:gd name="connsiteY44" fmla="*/ 33814 h 171450"/>
                <a:gd name="connsiteX45" fmla="*/ 55721 w 200025"/>
                <a:gd name="connsiteY45" fmla="*/ 33814 h 171450"/>
                <a:gd name="connsiteX46" fmla="*/ 55721 w 200025"/>
                <a:gd name="connsiteY46" fmla="*/ 33814 h 171450"/>
                <a:gd name="connsiteX47" fmla="*/ 55721 w 200025"/>
                <a:gd name="connsiteY47" fmla="*/ 20669 h 171450"/>
                <a:gd name="connsiteX48" fmla="*/ 39243 w 200025"/>
                <a:gd name="connsiteY48" fmla="*/ 138589 h 171450"/>
                <a:gd name="connsiteX49" fmla="*/ 38862 w 200025"/>
                <a:gd name="connsiteY49" fmla="*/ 138494 h 171450"/>
                <a:gd name="connsiteX50" fmla="*/ 30766 w 200025"/>
                <a:gd name="connsiteY50" fmla="*/ 130112 h 171450"/>
                <a:gd name="connsiteX51" fmla="*/ 30766 w 200025"/>
                <a:gd name="connsiteY51" fmla="*/ 130112 h 171450"/>
                <a:gd name="connsiteX52" fmla="*/ 30766 w 200025"/>
                <a:gd name="connsiteY52" fmla="*/ 130112 h 171450"/>
                <a:gd name="connsiteX53" fmla="*/ 30861 w 200025"/>
                <a:gd name="connsiteY53" fmla="*/ 129826 h 171450"/>
                <a:gd name="connsiteX54" fmla="*/ 31433 w 200025"/>
                <a:gd name="connsiteY54" fmla="*/ 126778 h 171450"/>
                <a:gd name="connsiteX55" fmla="*/ 39243 w 200025"/>
                <a:gd name="connsiteY55" fmla="*/ 121634 h 171450"/>
                <a:gd name="connsiteX56" fmla="*/ 47720 w 200025"/>
                <a:gd name="connsiteY56" fmla="*/ 130112 h 171450"/>
                <a:gd name="connsiteX57" fmla="*/ 39243 w 200025"/>
                <a:gd name="connsiteY57" fmla="*/ 138589 h 171450"/>
                <a:gd name="connsiteX58" fmla="*/ 59817 w 200025"/>
                <a:gd name="connsiteY58" fmla="*/ 138589 h 171450"/>
                <a:gd name="connsiteX59" fmla="*/ 57721 w 200025"/>
                <a:gd name="connsiteY59" fmla="*/ 138208 h 171450"/>
                <a:gd name="connsiteX60" fmla="*/ 52006 w 200025"/>
                <a:gd name="connsiteY60" fmla="*/ 133445 h 171450"/>
                <a:gd name="connsiteX61" fmla="*/ 51340 w 200025"/>
                <a:gd name="connsiteY61" fmla="*/ 130112 h 171450"/>
                <a:gd name="connsiteX62" fmla="*/ 59817 w 200025"/>
                <a:gd name="connsiteY62" fmla="*/ 121634 h 171450"/>
                <a:gd name="connsiteX63" fmla="*/ 68294 w 200025"/>
                <a:gd name="connsiteY63" fmla="*/ 130112 h 171450"/>
                <a:gd name="connsiteX64" fmla="*/ 59817 w 200025"/>
                <a:gd name="connsiteY64" fmla="*/ 138589 h 171450"/>
                <a:gd name="connsiteX65" fmla="*/ 35528 w 200025"/>
                <a:gd name="connsiteY65" fmla="*/ 104013 h 171450"/>
                <a:gd name="connsiteX66" fmla="*/ 32004 w 200025"/>
                <a:gd name="connsiteY66" fmla="*/ 102394 h 171450"/>
                <a:gd name="connsiteX67" fmla="*/ 30766 w 200025"/>
                <a:gd name="connsiteY67" fmla="*/ 99251 h 171450"/>
                <a:gd name="connsiteX68" fmla="*/ 30766 w 200025"/>
                <a:gd name="connsiteY68" fmla="*/ 46101 h 171450"/>
                <a:gd name="connsiteX69" fmla="*/ 30766 w 200025"/>
                <a:gd name="connsiteY69" fmla="*/ 46101 h 171450"/>
                <a:gd name="connsiteX70" fmla="*/ 30766 w 200025"/>
                <a:gd name="connsiteY70" fmla="*/ 46101 h 171450"/>
                <a:gd name="connsiteX71" fmla="*/ 115157 w 200025"/>
                <a:gd name="connsiteY71" fmla="*/ 46101 h 171450"/>
                <a:gd name="connsiteX72" fmla="*/ 110204 w 200025"/>
                <a:gd name="connsiteY72" fmla="*/ 58293 h 171450"/>
                <a:gd name="connsiteX73" fmla="*/ 110204 w 200025"/>
                <a:gd name="connsiteY73" fmla="*/ 62579 h 171450"/>
                <a:gd name="connsiteX74" fmla="*/ 116967 w 200025"/>
                <a:gd name="connsiteY74" fmla="*/ 73819 h 171450"/>
                <a:gd name="connsiteX75" fmla="*/ 116396 w 200025"/>
                <a:gd name="connsiteY75" fmla="*/ 78772 h 171450"/>
                <a:gd name="connsiteX76" fmla="*/ 130969 w 200025"/>
                <a:gd name="connsiteY76" fmla="*/ 104013 h 171450"/>
                <a:gd name="connsiteX77" fmla="*/ 35528 w 200025"/>
                <a:gd name="connsiteY77" fmla="*/ 104013 h 171450"/>
                <a:gd name="connsiteX78" fmla="*/ 188595 w 200025"/>
                <a:gd name="connsiteY78" fmla="*/ 162401 h 171450"/>
                <a:gd name="connsiteX79" fmla="*/ 176022 w 200025"/>
                <a:gd name="connsiteY79" fmla="*/ 162401 h 171450"/>
                <a:gd name="connsiteX80" fmla="*/ 176022 w 200025"/>
                <a:gd name="connsiteY80" fmla="*/ 141161 h 171450"/>
                <a:gd name="connsiteX81" fmla="*/ 172593 w 200025"/>
                <a:gd name="connsiteY81" fmla="*/ 137732 h 171450"/>
                <a:gd name="connsiteX82" fmla="*/ 169164 w 200025"/>
                <a:gd name="connsiteY82" fmla="*/ 141161 h 171450"/>
                <a:gd name="connsiteX83" fmla="*/ 169164 w 200025"/>
                <a:gd name="connsiteY83" fmla="*/ 162401 h 171450"/>
                <a:gd name="connsiteX84" fmla="*/ 124111 w 200025"/>
                <a:gd name="connsiteY84" fmla="*/ 162401 h 171450"/>
                <a:gd name="connsiteX85" fmla="*/ 124111 w 200025"/>
                <a:gd name="connsiteY85" fmla="*/ 141161 h 171450"/>
                <a:gd name="connsiteX86" fmla="*/ 120682 w 200025"/>
                <a:gd name="connsiteY86" fmla="*/ 137732 h 171450"/>
                <a:gd name="connsiteX87" fmla="*/ 117253 w 200025"/>
                <a:gd name="connsiteY87" fmla="*/ 141161 h 171450"/>
                <a:gd name="connsiteX88" fmla="*/ 117253 w 200025"/>
                <a:gd name="connsiteY88" fmla="*/ 162401 h 171450"/>
                <a:gd name="connsiteX89" fmla="*/ 103156 w 200025"/>
                <a:gd name="connsiteY89" fmla="*/ 162401 h 171450"/>
                <a:gd name="connsiteX90" fmla="*/ 103156 w 200025"/>
                <a:gd name="connsiteY90" fmla="*/ 143732 h 171450"/>
                <a:gd name="connsiteX91" fmla="*/ 134303 w 200025"/>
                <a:gd name="connsiteY91" fmla="*/ 112586 h 171450"/>
                <a:gd name="connsiteX92" fmla="*/ 157543 w 200025"/>
                <a:gd name="connsiteY92" fmla="*/ 112586 h 171450"/>
                <a:gd name="connsiteX93" fmla="*/ 188690 w 200025"/>
                <a:gd name="connsiteY93" fmla="*/ 143732 h 171450"/>
                <a:gd name="connsiteX94" fmla="*/ 188690 w 200025"/>
                <a:gd name="connsiteY94" fmla="*/ 162401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200025" h="171450">
                  <a:moveTo>
                    <a:pt x="157543" y="105632"/>
                  </a:moveTo>
                  <a:cubicBezTo>
                    <a:pt x="167926" y="101060"/>
                    <a:pt x="175165" y="90773"/>
                    <a:pt x="175165" y="78772"/>
                  </a:cubicBezTo>
                  <a:cubicBezTo>
                    <a:pt x="175165" y="77057"/>
                    <a:pt x="174974" y="75438"/>
                    <a:pt x="174688" y="73819"/>
                  </a:cubicBezTo>
                  <a:cubicBezTo>
                    <a:pt x="178879" y="70676"/>
                    <a:pt x="181451" y="66866"/>
                    <a:pt x="181451" y="62579"/>
                  </a:cubicBezTo>
                  <a:cubicBezTo>
                    <a:pt x="181451" y="62198"/>
                    <a:pt x="181451" y="59055"/>
                    <a:pt x="181451" y="58293"/>
                  </a:cubicBezTo>
                  <a:cubicBezTo>
                    <a:pt x="181451" y="47244"/>
                    <a:pt x="170783" y="38291"/>
                    <a:pt x="155924" y="35433"/>
                  </a:cubicBezTo>
                  <a:lnTo>
                    <a:pt x="155924" y="21146"/>
                  </a:lnTo>
                  <a:cubicBezTo>
                    <a:pt x="155924" y="13430"/>
                    <a:pt x="125539" y="7144"/>
                    <a:pt x="88106" y="7144"/>
                  </a:cubicBezTo>
                  <a:cubicBezTo>
                    <a:pt x="50673" y="7144"/>
                    <a:pt x="20288" y="13430"/>
                    <a:pt x="20288" y="21146"/>
                  </a:cubicBezTo>
                  <a:lnTo>
                    <a:pt x="20288" y="46101"/>
                  </a:lnTo>
                  <a:lnTo>
                    <a:pt x="7144" y="46101"/>
                  </a:lnTo>
                  <a:lnTo>
                    <a:pt x="7144" y="71438"/>
                  </a:lnTo>
                  <a:lnTo>
                    <a:pt x="20288" y="71438"/>
                  </a:lnTo>
                  <a:lnTo>
                    <a:pt x="20288" y="148590"/>
                  </a:lnTo>
                  <a:lnTo>
                    <a:pt x="26384" y="148590"/>
                  </a:lnTo>
                  <a:lnTo>
                    <a:pt x="26384" y="156305"/>
                  </a:lnTo>
                  <a:cubicBezTo>
                    <a:pt x="26384" y="163449"/>
                    <a:pt x="32099" y="169164"/>
                    <a:pt x="39243" y="169164"/>
                  </a:cubicBezTo>
                  <a:cubicBezTo>
                    <a:pt x="46292" y="169164"/>
                    <a:pt x="52102" y="163449"/>
                    <a:pt x="52102" y="156305"/>
                  </a:cubicBezTo>
                  <a:lnTo>
                    <a:pt x="52102" y="148590"/>
                  </a:lnTo>
                  <a:lnTo>
                    <a:pt x="96107" y="148590"/>
                  </a:lnTo>
                  <a:lnTo>
                    <a:pt x="96107" y="169355"/>
                  </a:lnTo>
                  <a:lnTo>
                    <a:pt x="195548" y="169355"/>
                  </a:lnTo>
                  <a:lnTo>
                    <a:pt x="195548" y="143732"/>
                  </a:lnTo>
                  <a:cubicBezTo>
                    <a:pt x="195548" y="122777"/>
                    <a:pt x="178499" y="105728"/>
                    <a:pt x="157543" y="105632"/>
                  </a:cubicBezTo>
                  <a:close/>
                  <a:moveTo>
                    <a:pt x="145828" y="101251"/>
                  </a:moveTo>
                  <a:cubicBezTo>
                    <a:pt x="133445" y="101251"/>
                    <a:pt x="123349" y="91154"/>
                    <a:pt x="123349" y="78772"/>
                  </a:cubicBezTo>
                  <a:cubicBezTo>
                    <a:pt x="123349" y="78296"/>
                    <a:pt x="123539" y="77915"/>
                    <a:pt x="123539" y="77438"/>
                  </a:cubicBezTo>
                  <a:cubicBezTo>
                    <a:pt x="129540" y="79915"/>
                    <a:pt x="137160" y="81439"/>
                    <a:pt x="145828" y="81439"/>
                  </a:cubicBezTo>
                  <a:cubicBezTo>
                    <a:pt x="154400" y="81439"/>
                    <a:pt x="162020" y="79915"/>
                    <a:pt x="168116" y="77438"/>
                  </a:cubicBezTo>
                  <a:cubicBezTo>
                    <a:pt x="168116" y="77915"/>
                    <a:pt x="168307" y="78296"/>
                    <a:pt x="168307" y="78772"/>
                  </a:cubicBezTo>
                  <a:cubicBezTo>
                    <a:pt x="168307" y="91154"/>
                    <a:pt x="158210" y="101251"/>
                    <a:pt x="145828" y="101251"/>
                  </a:cubicBezTo>
                  <a:close/>
                  <a:moveTo>
                    <a:pt x="145828" y="74486"/>
                  </a:moveTo>
                  <a:cubicBezTo>
                    <a:pt x="132017" y="74486"/>
                    <a:pt x="121063" y="70009"/>
                    <a:pt x="118015" y="65056"/>
                  </a:cubicBezTo>
                  <a:lnTo>
                    <a:pt x="173641" y="65056"/>
                  </a:lnTo>
                  <a:cubicBezTo>
                    <a:pt x="170783" y="69914"/>
                    <a:pt x="159829" y="74486"/>
                    <a:pt x="145828" y="74486"/>
                  </a:cubicBezTo>
                  <a:close/>
                  <a:moveTo>
                    <a:pt x="145828" y="41339"/>
                  </a:moveTo>
                  <a:cubicBezTo>
                    <a:pt x="161258" y="41339"/>
                    <a:pt x="174308" y="49054"/>
                    <a:pt x="174498" y="58103"/>
                  </a:cubicBezTo>
                  <a:lnTo>
                    <a:pt x="117158" y="58103"/>
                  </a:lnTo>
                  <a:cubicBezTo>
                    <a:pt x="117348" y="48959"/>
                    <a:pt x="130397" y="41339"/>
                    <a:pt x="145828" y="41339"/>
                  </a:cubicBezTo>
                  <a:close/>
                  <a:moveTo>
                    <a:pt x="55721" y="20669"/>
                  </a:moveTo>
                  <a:lnTo>
                    <a:pt x="120682" y="20669"/>
                  </a:lnTo>
                  <a:lnTo>
                    <a:pt x="120682" y="20669"/>
                  </a:lnTo>
                  <a:lnTo>
                    <a:pt x="120682" y="20669"/>
                  </a:lnTo>
                  <a:lnTo>
                    <a:pt x="120682" y="33814"/>
                  </a:lnTo>
                  <a:lnTo>
                    <a:pt x="55721" y="33814"/>
                  </a:lnTo>
                  <a:lnTo>
                    <a:pt x="55721" y="33814"/>
                  </a:lnTo>
                  <a:lnTo>
                    <a:pt x="55721" y="33814"/>
                  </a:lnTo>
                  <a:lnTo>
                    <a:pt x="55721" y="20669"/>
                  </a:lnTo>
                  <a:close/>
                  <a:moveTo>
                    <a:pt x="39243" y="138589"/>
                  </a:moveTo>
                  <a:cubicBezTo>
                    <a:pt x="39148" y="138589"/>
                    <a:pt x="38957" y="138494"/>
                    <a:pt x="38862" y="138494"/>
                  </a:cubicBezTo>
                  <a:cubicBezTo>
                    <a:pt x="34385" y="138303"/>
                    <a:pt x="30766" y="134684"/>
                    <a:pt x="30766" y="130112"/>
                  </a:cubicBezTo>
                  <a:cubicBezTo>
                    <a:pt x="30766" y="130112"/>
                    <a:pt x="30766" y="130112"/>
                    <a:pt x="30766" y="130112"/>
                  </a:cubicBezTo>
                  <a:lnTo>
                    <a:pt x="30766" y="130112"/>
                  </a:lnTo>
                  <a:cubicBezTo>
                    <a:pt x="30766" y="130016"/>
                    <a:pt x="30861" y="129921"/>
                    <a:pt x="30861" y="129826"/>
                  </a:cubicBezTo>
                  <a:cubicBezTo>
                    <a:pt x="30861" y="128778"/>
                    <a:pt x="31051" y="127730"/>
                    <a:pt x="31433" y="126778"/>
                  </a:cubicBezTo>
                  <a:cubicBezTo>
                    <a:pt x="32766" y="123730"/>
                    <a:pt x="35719" y="121634"/>
                    <a:pt x="39243" y="121634"/>
                  </a:cubicBezTo>
                  <a:cubicBezTo>
                    <a:pt x="43910" y="121634"/>
                    <a:pt x="47720" y="125444"/>
                    <a:pt x="47720" y="130112"/>
                  </a:cubicBezTo>
                  <a:cubicBezTo>
                    <a:pt x="47720" y="134779"/>
                    <a:pt x="43910" y="138589"/>
                    <a:pt x="39243" y="138589"/>
                  </a:cubicBezTo>
                  <a:close/>
                  <a:moveTo>
                    <a:pt x="59817" y="138589"/>
                  </a:moveTo>
                  <a:cubicBezTo>
                    <a:pt x="59055" y="138589"/>
                    <a:pt x="58388" y="138303"/>
                    <a:pt x="57721" y="138208"/>
                  </a:cubicBezTo>
                  <a:cubicBezTo>
                    <a:pt x="55150" y="137541"/>
                    <a:pt x="52959" y="135827"/>
                    <a:pt x="52006" y="133445"/>
                  </a:cubicBezTo>
                  <a:cubicBezTo>
                    <a:pt x="51530" y="132398"/>
                    <a:pt x="51340" y="131350"/>
                    <a:pt x="51340" y="130112"/>
                  </a:cubicBezTo>
                  <a:cubicBezTo>
                    <a:pt x="51340" y="125444"/>
                    <a:pt x="55150" y="121634"/>
                    <a:pt x="59817" y="121634"/>
                  </a:cubicBezTo>
                  <a:cubicBezTo>
                    <a:pt x="64484" y="121634"/>
                    <a:pt x="68294" y="125444"/>
                    <a:pt x="68294" y="130112"/>
                  </a:cubicBezTo>
                  <a:cubicBezTo>
                    <a:pt x="68294" y="134779"/>
                    <a:pt x="64484" y="138589"/>
                    <a:pt x="59817" y="138589"/>
                  </a:cubicBezTo>
                  <a:close/>
                  <a:moveTo>
                    <a:pt x="35528" y="104013"/>
                  </a:moveTo>
                  <a:cubicBezTo>
                    <a:pt x="34100" y="104013"/>
                    <a:pt x="32861" y="103346"/>
                    <a:pt x="32004" y="102394"/>
                  </a:cubicBezTo>
                  <a:cubicBezTo>
                    <a:pt x="31242" y="101537"/>
                    <a:pt x="30766" y="100489"/>
                    <a:pt x="30766" y="99251"/>
                  </a:cubicBezTo>
                  <a:lnTo>
                    <a:pt x="30766" y="46101"/>
                  </a:lnTo>
                  <a:lnTo>
                    <a:pt x="30766" y="46101"/>
                  </a:lnTo>
                  <a:lnTo>
                    <a:pt x="30766" y="46101"/>
                  </a:lnTo>
                  <a:lnTo>
                    <a:pt x="115157" y="46101"/>
                  </a:lnTo>
                  <a:cubicBezTo>
                    <a:pt x="112014" y="49625"/>
                    <a:pt x="110204" y="53816"/>
                    <a:pt x="110204" y="58293"/>
                  </a:cubicBezTo>
                  <a:cubicBezTo>
                    <a:pt x="110204" y="59055"/>
                    <a:pt x="110204" y="62579"/>
                    <a:pt x="110204" y="62579"/>
                  </a:cubicBezTo>
                  <a:cubicBezTo>
                    <a:pt x="110204" y="66866"/>
                    <a:pt x="112681" y="70771"/>
                    <a:pt x="116967" y="73819"/>
                  </a:cubicBezTo>
                  <a:cubicBezTo>
                    <a:pt x="116681" y="75438"/>
                    <a:pt x="116396" y="77057"/>
                    <a:pt x="116396" y="78772"/>
                  </a:cubicBezTo>
                  <a:cubicBezTo>
                    <a:pt x="116396" y="89535"/>
                    <a:pt x="122301" y="98965"/>
                    <a:pt x="130969" y="104013"/>
                  </a:cubicBezTo>
                  <a:lnTo>
                    <a:pt x="35528" y="104013"/>
                  </a:lnTo>
                  <a:close/>
                  <a:moveTo>
                    <a:pt x="188595" y="162401"/>
                  </a:moveTo>
                  <a:lnTo>
                    <a:pt x="176022" y="162401"/>
                  </a:lnTo>
                  <a:lnTo>
                    <a:pt x="176022" y="141161"/>
                  </a:lnTo>
                  <a:cubicBezTo>
                    <a:pt x="176022" y="139256"/>
                    <a:pt x="174498" y="137732"/>
                    <a:pt x="172593" y="137732"/>
                  </a:cubicBezTo>
                  <a:cubicBezTo>
                    <a:pt x="170688" y="137732"/>
                    <a:pt x="169164" y="139256"/>
                    <a:pt x="169164" y="141161"/>
                  </a:cubicBezTo>
                  <a:lnTo>
                    <a:pt x="169164" y="162401"/>
                  </a:lnTo>
                  <a:lnTo>
                    <a:pt x="124111" y="162401"/>
                  </a:lnTo>
                  <a:lnTo>
                    <a:pt x="124111" y="141161"/>
                  </a:lnTo>
                  <a:cubicBezTo>
                    <a:pt x="124111" y="139256"/>
                    <a:pt x="122587" y="137732"/>
                    <a:pt x="120682" y="137732"/>
                  </a:cubicBezTo>
                  <a:cubicBezTo>
                    <a:pt x="118777" y="137732"/>
                    <a:pt x="117253" y="139256"/>
                    <a:pt x="117253" y="141161"/>
                  </a:cubicBezTo>
                  <a:lnTo>
                    <a:pt x="117253" y="162401"/>
                  </a:lnTo>
                  <a:lnTo>
                    <a:pt x="103156" y="162401"/>
                  </a:lnTo>
                  <a:lnTo>
                    <a:pt x="103156" y="143732"/>
                  </a:lnTo>
                  <a:cubicBezTo>
                    <a:pt x="103156" y="126587"/>
                    <a:pt x="117158" y="112586"/>
                    <a:pt x="134303" y="112586"/>
                  </a:cubicBezTo>
                  <a:lnTo>
                    <a:pt x="157543" y="112586"/>
                  </a:lnTo>
                  <a:cubicBezTo>
                    <a:pt x="174688" y="112586"/>
                    <a:pt x="188690" y="126587"/>
                    <a:pt x="188690" y="143732"/>
                  </a:cubicBezTo>
                  <a:lnTo>
                    <a:pt x="188690" y="16240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3" name="Велотранспорт" hidden="1">
            <a:extLst>
              <a:ext uri="{FF2B5EF4-FFF2-40B4-BE49-F238E27FC236}">
                <a16:creationId xmlns:a16="http://schemas.microsoft.com/office/drawing/2014/main" id="{42BC8E2A-4C4B-53CE-3699-0B35070EA80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54294" y="6387627"/>
            <a:ext cx="966204" cy="321812"/>
            <a:chOff x="5495924" y="3229927"/>
            <a:chExt cx="1201102" cy="400049"/>
          </a:xfrm>
          <a:solidFill>
            <a:srgbClr val="87C2A2"/>
          </a:solidFill>
        </p:grpSpPr>
        <p:sp>
          <p:nvSpPr>
            <p:cNvPr id="4" name="Полилиния: фигура 3">
              <a:extLst>
                <a:ext uri="{FF2B5EF4-FFF2-40B4-BE49-F238E27FC236}">
                  <a16:creationId xmlns:a16="http://schemas.microsoft.com/office/drawing/2014/main" id="{D5DFD6D8-240C-E8D6-542A-C78D13B9044E}"/>
                </a:ext>
              </a:extLst>
            </p:cNvPr>
            <p:cNvSpPr/>
            <p:nvPr/>
          </p:nvSpPr>
          <p:spPr>
            <a:xfrm>
              <a:off x="5615549" y="3322320"/>
              <a:ext cx="91830" cy="116389"/>
            </a:xfrm>
            <a:custGeom>
              <a:avLst/>
              <a:gdLst>
                <a:gd name="connsiteX0" fmla="*/ 56588 w 91830"/>
                <a:gd name="connsiteY0" fmla="*/ 58102 h 116389"/>
                <a:gd name="connsiteX1" fmla="*/ 36585 w 91830"/>
                <a:gd name="connsiteY1" fmla="*/ 46672 h 116389"/>
                <a:gd name="connsiteX2" fmla="*/ 59445 w 91830"/>
                <a:gd name="connsiteY2" fmla="*/ 38100 h 116389"/>
                <a:gd name="connsiteX3" fmla="*/ 77543 w 91830"/>
                <a:gd name="connsiteY3" fmla="*/ 60008 h 116389"/>
                <a:gd name="connsiteX4" fmla="*/ 91830 w 91830"/>
                <a:gd name="connsiteY4" fmla="*/ 53340 h 116389"/>
                <a:gd name="connsiteX5" fmla="*/ 61350 w 91830"/>
                <a:gd name="connsiteY5" fmla="*/ 0 h 116389"/>
                <a:gd name="connsiteX6" fmla="*/ 5153 w 91830"/>
                <a:gd name="connsiteY6" fmla="*/ 37147 h 116389"/>
                <a:gd name="connsiteX7" fmla="*/ 1343 w 91830"/>
                <a:gd name="connsiteY7" fmla="*/ 40958 h 116389"/>
                <a:gd name="connsiteX8" fmla="*/ 5153 w 91830"/>
                <a:gd name="connsiteY8" fmla="*/ 55245 h 116389"/>
                <a:gd name="connsiteX9" fmla="*/ 5153 w 91830"/>
                <a:gd name="connsiteY9" fmla="*/ 55245 h 116389"/>
                <a:gd name="connsiteX10" fmla="*/ 39443 w 91830"/>
                <a:gd name="connsiteY10" fmla="*/ 73343 h 116389"/>
                <a:gd name="connsiteX11" fmla="*/ 36585 w 91830"/>
                <a:gd name="connsiteY11" fmla="*/ 107633 h 116389"/>
                <a:gd name="connsiteX12" fmla="*/ 42300 w 91830"/>
                <a:gd name="connsiteY12" fmla="*/ 116205 h 116389"/>
                <a:gd name="connsiteX13" fmla="*/ 50873 w 91830"/>
                <a:gd name="connsiteY13" fmla="*/ 110490 h 116389"/>
                <a:gd name="connsiteX14" fmla="*/ 60398 w 91830"/>
                <a:gd name="connsiteY14" fmla="*/ 68580 h 116389"/>
                <a:gd name="connsiteX15" fmla="*/ 56588 w 91830"/>
                <a:gd name="connsiteY15" fmla="*/ 58102 h 116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1830" h="116389">
                  <a:moveTo>
                    <a:pt x="56588" y="58102"/>
                  </a:moveTo>
                  <a:lnTo>
                    <a:pt x="36585" y="46672"/>
                  </a:lnTo>
                  <a:lnTo>
                    <a:pt x="59445" y="38100"/>
                  </a:lnTo>
                  <a:lnTo>
                    <a:pt x="77543" y="60008"/>
                  </a:lnTo>
                  <a:cubicBezTo>
                    <a:pt x="82305" y="57150"/>
                    <a:pt x="87068" y="55245"/>
                    <a:pt x="91830" y="53340"/>
                  </a:cubicBezTo>
                  <a:lnTo>
                    <a:pt x="61350" y="0"/>
                  </a:lnTo>
                  <a:lnTo>
                    <a:pt x="5153" y="37147"/>
                  </a:lnTo>
                  <a:cubicBezTo>
                    <a:pt x="3248" y="38100"/>
                    <a:pt x="2295" y="39052"/>
                    <a:pt x="1343" y="40958"/>
                  </a:cubicBezTo>
                  <a:cubicBezTo>
                    <a:pt x="-1515" y="45720"/>
                    <a:pt x="390" y="52388"/>
                    <a:pt x="5153" y="55245"/>
                  </a:cubicBezTo>
                  <a:cubicBezTo>
                    <a:pt x="5153" y="55245"/>
                    <a:pt x="5153" y="55245"/>
                    <a:pt x="5153" y="55245"/>
                  </a:cubicBezTo>
                  <a:lnTo>
                    <a:pt x="39443" y="73343"/>
                  </a:lnTo>
                  <a:lnTo>
                    <a:pt x="36585" y="107633"/>
                  </a:lnTo>
                  <a:cubicBezTo>
                    <a:pt x="35633" y="111443"/>
                    <a:pt x="38490" y="115252"/>
                    <a:pt x="42300" y="116205"/>
                  </a:cubicBezTo>
                  <a:cubicBezTo>
                    <a:pt x="46110" y="117158"/>
                    <a:pt x="49920" y="114300"/>
                    <a:pt x="50873" y="110490"/>
                  </a:cubicBezTo>
                  <a:lnTo>
                    <a:pt x="60398" y="68580"/>
                  </a:lnTo>
                  <a:cubicBezTo>
                    <a:pt x="61350" y="64770"/>
                    <a:pt x="59445" y="60960"/>
                    <a:pt x="56588" y="58102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" name="Полилиния: фигура 4">
              <a:extLst>
                <a:ext uri="{FF2B5EF4-FFF2-40B4-BE49-F238E27FC236}">
                  <a16:creationId xmlns:a16="http://schemas.microsoft.com/office/drawing/2014/main" id="{7D44A7AA-FD50-1DD7-86C3-7DC5CA6E4E18}"/>
                </a:ext>
              </a:extLst>
            </p:cNvPr>
            <p:cNvSpPr/>
            <p:nvPr/>
          </p:nvSpPr>
          <p:spPr>
            <a:xfrm>
              <a:off x="5570220" y="3385184"/>
              <a:ext cx="72389" cy="72390"/>
            </a:xfrm>
            <a:custGeom>
              <a:avLst/>
              <a:gdLst>
                <a:gd name="connsiteX0" fmla="*/ 36195 w 72389"/>
                <a:gd name="connsiteY0" fmla="*/ 0 h 72390"/>
                <a:gd name="connsiteX1" fmla="*/ 0 w 72389"/>
                <a:gd name="connsiteY1" fmla="*/ 36195 h 72390"/>
                <a:gd name="connsiteX2" fmla="*/ 36195 w 72389"/>
                <a:gd name="connsiteY2" fmla="*/ 72390 h 72390"/>
                <a:gd name="connsiteX3" fmla="*/ 72390 w 72389"/>
                <a:gd name="connsiteY3" fmla="*/ 36195 h 72390"/>
                <a:gd name="connsiteX4" fmla="*/ 72390 w 72389"/>
                <a:gd name="connsiteY4" fmla="*/ 36195 h 72390"/>
                <a:gd name="connsiteX5" fmla="*/ 36195 w 72389"/>
                <a:gd name="connsiteY5" fmla="*/ 0 h 72390"/>
                <a:gd name="connsiteX6" fmla="*/ 15240 w 72389"/>
                <a:gd name="connsiteY6" fmla="*/ 36195 h 72390"/>
                <a:gd name="connsiteX7" fmla="*/ 36195 w 72389"/>
                <a:gd name="connsiteY7" fmla="*/ 15240 h 72390"/>
                <a:gd name="connsiteX8" fmla="*/ 57150 w 72389"/>
                <a:gd name="connsiteY8" fmla="*/ 36195 h 72390"/>
                <a:gd name="connsiteX9" fmla="*/ 36195 w 72389"/>
                <a:gd name="connsiteY9" fmla="*/ 57150 h 72390"/>
                <a:gd name="connsiteX10" fmla="*/ 36195 w 72389"/>
                <a:gd name="connsiteY10" fmla="*/ 57150 h 72390"/>
                <a:gd name="connsiteX11" fmla="*/ 15240 w 72389"/>
                <a:gd name="connsiteY11" fmla="*/ 36195 h 72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2389" h="72390">
                  <a:moveTo>
                    <a:pt x="36195" y="0"/>
                  </a:moveTo>
                  <a:cubicBezTo>
                    <a:pt x="16192" y="0"/>
                    <a:pt x="0" y="16193"/>
                    <a:pt x="0" y="36195"/>
                  </a:cubicBezTo>
                  <a:cubicBezTo>
                    <a:pt x="0" y="56197"/>
                    <a:pt x="16192" y="72390"/>
                    <a:pt x="36195" y="72390"/>
                  </a:cubicBezTo>
                  <a:cubicBezTo>
                    <a:pt x="56197" y="72390"/>
                    <a:pt x="72390" y="56197"/>
                    <a:pt x="72390" y="36195"/>
                  </a:cubicBezTo>
                  <a:lnTo>
                    <a:pt x="72390" y="36195"/>
                  </a:lnTo>
                  <a:cubicBezTo>
                    <a:pt x="72390" y="16193"/>
                    <a:pt x="56197" y="0"/>
                    <a:pt x="36195" y="0"/>
                  </a:cubicBezTo>
                  <a:close/>
                  <a:moveTo>
                    <a:pt x="15240" y="36195"/>
                  </a:moveTo>
                  <a:cubicBezTo>
                    <a:pt x="15240" y="24765"/>
                    <a:pt x="24765" y="15240"/>
                    <a:pt x="36195" y="15240"/>
                  </a:cubicBezTo>
                  <a:cubicBezTo>
                    <a:pt x="47625" y="15240"/>
                    <a:pt x="57150" y="24765"/>
                    <a:pt x="57150" y="36195"/>
                  </a:cubicBezTo>
                  <a:cubicBezTo>
                    <a:pt x="57150" y="47625"/>
                    <a:pt x="47625" y="57150"/>
                    <a:pt x="36195" y="57150"/>
                  </a:cubicBezTo>
                  <a:cubicBezTo>
                    <a:pt x="36195" y="57150"/>
                    <a:pt x="36195" y="57150"/>
                    <a:pt x="36195" y="57150"/>
                  </a:cubicBezTo>
                  <a:cubicBezTo>
                    <a:pt x="24765" y="56197"/>
                    <a:pt x="15240" y="47625"/>
                    <a:pt x="15240" y="36195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Полилиния: фигура 5">
              <a:extLst>
                <a:ext uri="{FF2B5EF4-FFF2-40B4-BE49-F238E27FC236}">
                  <a16:creationId xmlns:a16="http://schemas.microsoft.com/office/drawing/2014/main" id="{38FEC9D9-159C-0EC9-B2D9-3CCBCB1674CA}"/>
                </a:ext>
              </a:extLst>
            </p:cNvPr>
            <p:cNvSpPr/>
            <p:nvPr/>
          </p:nvSpPr>
          <p:spPr>
            <a:xfrm>
              <a:off x="5681662" y="3385184"/>
              <a:ext cx="72390" cy="72390"/>
            </a:xfrm>
            <a:custGeom>
              <a:avLst/>
              <a:gdLst>
                <a:gd name="connsiteX0" fmla="*/ 36195 w 72390"/>
                <a:gd name="connsiteY0" fmla="*/ 0 h 72390"/>
                <a:gd name="connsiteX1" fmla="*/ 0 w 72390"/>
                <a:gd name="connsiteY1" fmla="*/ 36195 h 72390"/>
                <a:gd name="connsiteX2" fmla="*/ 36195 w 72390"/>
                <a:gd name="connsiteY2" fmla="*/ 72390 h 72390"/>
                <a:gd name="connsiteX3" fmla="*/ 72390 w 72390"/>
                <a:gd name="connsiteY3" fmla="*/ 36195 h 72390"/>
                <a:gd name="connsiteX4" fmla="*/ 72390 w 72390"/>
                <a:gd name="connsiteY4" fmla="*/ 36195 h 72390"/>
                <a:gd name="connsiteX5" fmla="*/ 36195 w 72390"/>
                <a:gd name="connsiteY5" fmla="*/ 0 h 72390"/>
                <a:gd name="connsiteX6" fmla="*/ 15240 w 72390"/>
                <a:gd name="connsiteY6" fmla="*/ 36195 h 72390"/>
                <a:gd name="connsiteX7" fmla="*/ 36195 w 72390"/>
                <a:gd name="connsiteY7" fmla="*/ 15240 h 72390"/>
                <a:gd name="connsiteX8" fmla="*/ 57150 w 72390"/>
                <a:gd name="connsiteY8" fmla="*/ 36195 h 72390"/>
                <a:gd name="connsiteX9" fmla="*/ 36195 w 72390"/>
                <a:gd name="connsiteY9" fmla="*/ 57150 h 72390"/>
                <a:gd name="connsiteX10" fmla="*/ 36195 w 72390"/>
                <a:gd name="connsiteY10" fmla="*/ 57150 h 72390"/>
                <a:gd name="connsiteX11" fmla="*/ 15240 w 72390"/>
                <a:gd name="connsiteY11" fmla="*/ 36195 h 72390"/>
                <a:gd name="connsiteX12" fmla="*/ 15240 w 72390"/>
                <a:gd name="connsiteY12" fmla="*/ 36195 h 72390"/>
                <a:gd name="connsiteX13" fmla="*/ 15240 w 72390"/>
                <a:gd name="connsiteY13" fmla="*/ 36195 h 72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390" h="72390">
                  <a:moveTo>
                    <a:pt x="36195" y="0"/>
                  </a:moveTo>
                  <a:cubicBezTo>
                    <a:pt x="16193" y="0"/>
                    <a:pt x="0" y="16193"/>
                    <a:pt x="0" y="36195"/>
                  </a:cubicBezTo>
                  <a:cubicBezTo>
                    <a:pt x="0" y="56197"/>
                    <a:pt x="16193" y="72390"/>
                    <a:pt x="36195" y="72390"/>
                  </a:cubicBezTo>
                  <a:cubicBezTo>
                    <a:pt x="56197" y="72390"/>
                    <a:pt x="72390" y="56197"/>
                    <a:pt x="72390" y="36195"/>
                  </a:cubicBezTo>
                  <a:lnTo>
                    <a:pt x="72390" y="36195"/>
                  </a:lnTo>
                  <a:cubicBezTo>
                    <a:pt x="72390" y="16193"/>
                    <a:pt x="56197" y="0"/>
                    <a:pt x="36195" y="0"/>
                  </a:cubicBezTo>
                  <a:close/>
                  <a:moveTo>
                    <a:pt x="15240" y="36195"/>
                  </a:moveTo>
                  <a:cubicBezTo>
                    <a:pt x="15240" y="24765"/>
                    <a:pt x="24765" y="15240"/>
                    <a:pt x="36195" y="15240"/>
                  </a:cubicBezTo>
                  <a:cubicBezTo>
                    <a:pt x="47625" y="15240"/>
                    <a:pt x="57150" y="24765"/>
                    <a:pt x="57150" y="36195"/>
                  </a:cubicBezTo>
                  <a:cubicBezTo>
                    <a:pt x="57150" y="47625"/>
                    <a:pt x="47625" y="57150"/>
                    <a:pt x="36195" y="57150"/>
                  </a:cubicBezTo>
                  <a:cubicBezTo>
                    <a:pt x="36195" y="57150"/>
                    <a:pt x="36195" y="57150"/>
                    <a:pt x="36195" y="57150"/>
                  </a:cubicBezTo>
                  <a:cubicBezTo>
                    <a:pt x="24765" y="56197"/>
                    <a:pt x="15240" y="47625"/>
                    <a:pt x="15240" y="36195"/>
                  </a:cubicBezTo>
                  <a:cubicBezTo>
                    <a:pt x="15240" y="36195"/>
                    <a:pt x="15240" y="36195"/>
                    <a:pt x="15240" y="36195"/>
                  </a:cubicBezTo>
                  <a:lnTo>
                    <a:pt x="15240" y="36195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Полилиния: фигура 7">
              <a:extLst>
                <a:ext uri="{FF2B5EF4-FFF2-40B4-BE49-F238E27FC236}">
                  <a16:creationId xmlns:a16="http://schemas.microsoft.com/office/drawing/2014/main" id="{DAE50A6A-A4A4-4FAF-3646-22C002E36399}"/>
                </a:ext>
              </a:extLst>
            </p:cNvPr>
            <p:cNvSpPr/>
            <p:nvPr/>
          </p:nvSpPr>
          <p:spPr>
            <a:xfrm>
              <a:off x="5689282" y="3308984"/>
              <a:ext cx="32385" cy="32385"/>
            </a:xfrm>
            <a:custGeom>
              <a:avLst/>
              <a:gdLst>
                <a:gd name="connsiteX0" fmla="*/ 16193 w 32385"/>
                <a:gd name="connsiteY0" fmla="*/ 32385 h 32385"/>
                <a:gd name="connsiteX1" fmla="*/ 32385 w 32385"/>
                <a:gd name="connsiteY1" fmla="*/ 16193 h 32385"/>
                <a:gd name="connsiteX2" fmla="*/ 16193 w 32385"/>
                <a:gd name="connsiteY2" fmla="*/ 0 h 32385"/>
                <a:gd name="connsiteX3" fmla="*/ 0 w 32385"/>
                <a:gd name="connsiteY3" fmla="*/ 16193 h 32385"/>
                <a:gd name="connsiteX4" fmla="*/ 0 w 32385"/>
                <a:gd name="connsiteY4" fmla="*/ 16193 h 32385"/>
                <a:gd name="connsiteX5" fmla="*/ 16193 w 32385"/>
                <a:gd name="connsiteY5" fmla="*/ 32385 h 32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385" h="32385">
                  <a:moveTo>
                    <a:pt x="16193" y="32385"/>
                  </a:moveTo>
                  <a:cubicBezTo>
                    <a:pt x="24765" y="32385"/>
                    <a:pt x="32385" y="24765"/>
                    <a:pt x="32385" y="16193"/>
                  </a:cubicBezTo>
                  <a:cubicBezTo>
                    <a:pt x="32385" y="7620"/>
                    <a:pt x="24765" y="0"/>
                    <a:pt x="16193" y="0"/>
                  </a:cubicBezTo>
                  <a:cubicBezTo>
                    <a:pt x="7620" y="0"/>
                    <a:pt x="0" y="7620"/>
                    <a:pt x="0" y="16193"/>
                  </a:cubicBezTo>
                  <a:lnTo>
                    <a:pt x="0" y="16193"/>
                  </a:lnTo>
                  <a:cubicBezTo>
                    <a:pt x="0" y="25718"/>
                    <a:pt x="7620" y="32385"/>
                    <a:pt x="16193" y="32385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Полилиния: фигура 8">
              <a:extLst>
                <a:ext uri="{FF2B5EF4-FFF2-40B4-BE49-F238E27FC236}">
                  <a16:creationId xmlns:a16="http://schemas.microsoft.com/office/drawing/2014/main" id="{393ADE9E-CE33-D64D-17AE-B675FEE18347}"/>
                </a:ext>
              </a:extLst>
            </p:cNvPr>
            <p:cNvSpPr/>
            <p:nvPr/>
          </p:nvSpPr>
          <p:spPr>
            <a:xfrm>
              <a:off x="5495924" y="3229927"/>
              <a:ext cx="331470" cy="400049"/>
            </a:xfrm>
            <a:custGeom>
              <a:avLst/>
              <a:gdLst>
                <a:gd name="connsiteX0" fmla="*/ 146685 w 331470"/>
                <a:gd name="connsiteY0" fmla="*/ 381000 h 400049"/>
                <a:gd name="connsiteX1" fmla="*/ 165735 w 331470"/>
                <a:gd name="connsiteY1" fmla="*/ 400050 h 400049"/>
                <a:gd name="connsiteX2" fmla="*/ 282893 w 331470"/>
                <a:gd name="connsiteY2" fmla="*/ 282893 h 400049"/>
                <a:gd name="connsiteX3" fmla="*/ 282893 w 331470"/>
                <a:gd name="connsiteY3" fmla="*/ 48578 h 400049"/>
                <a:gd name="connsiteX4" fmla="*/ 48578 w 331470"/>
                <a:gd name="connsiteY4" fmla="*/ 48578 h 400049"/>
                <a:gd name="connsiteX5" fmla="*/ 48578 w 331470"/>
                <a:gd name="connsiteY5" fmla="*/ 282893 h 400049"/>
                <a:gd name="connsiteX6" fmla="*/ 58103 w 331470"/>
                <a:gd name="connsiteY6" fmla="*/ 286703 h 400049"/>
                <a:gd name="connsiteX7" fmla="*/ 71438 w 331470"/>
                <a:gd name="connsiteY7" fmla="*/ 273368 h 400049"/>
                <a:gd name="connsiteX8" fmla="*/ 67628 w 331470"/>
                <a:gd name="connsiteY8" fmla="*/ 262890 h 400049"/>
                <a:gd name="connsiteX9" fmla="*/ 67628 w 331470"/>
                <a:gd name="connsiteY9" fmla="*/ 66675 h 400049"/>
                <a:gd name="connsiteX10" fmla="*/ 263843 w 331470"/>
                <a:gd name="connsiteY10" fmla="*/ 66675 h 400049"/>
                <a:gd name="connsiteX11" fmla="*/ 263843 w 331470"/>
                <a:gd name="connsiteY11" fmla="*/ 262890 h 400049"/>
                <a:gd name="connsiteX12" fmla="*/ 146685 w 331470"/>
                <a:gd name="connsiteY12" fmla="*/ 381000 h 400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1470" h="400049">
                  <a:moveTo>
                    <a:pt x="146685" y="381000"/>
                  </a:moveTo>
                  <a:lnTo>
                    <a:pt x="165735" y="400050"/>
                  </a:lnTo>
                  <a:lnTo>
                    <a:pt x="282893" y="282893"/>
                  </a:lnTo>
                  <a:cubicBezTo>
                    <a:pt x="347663" y="218123"/>
                    <a:pt x="347663" y="112395"/>
                    <a:pt x="282893" y="48578"/>
                  </a:cubicBezTo>
                  <a:cubicBezTo>
                    <a:pt x="218123" y="-16193"/>
                    <a:pt x="112395" y="-16193"/>
                    <a:pt x="48578" y="48578"/>
                  </a:cubicBezTo>
                  <a:cubicBezTo>
                    <a:pt x="-16193" y="113348"/>
                    <a:pt x="-16193" y="218123"/>
                    <a:pt x="48578" y="282893"/>
                  </a:cubicBezTo>
                  <a:cubicBezTo>
                    <a:pt x="51435" y="285750"/>
                    <a:pt x="54293" y="286703"/>
                    <a:pt x="58103" y="286703"/>
                  </a:cubicBezTo>
                  <a:cubicBezTo>
                    <a:pt x="65723" y="286703"/>
                    <a:pt x="71438" y="280988"/>
                    <a:pt x="71438" y="273368"/>
                  </a:cubicBezTo>
                  <a:cubicBezTo>
                    <a:pt x="71438" y="269558"/>
                    <a:pt x="69533" y="265748"/>
                    <a:pt x="67628" y="262890"/>
                  </a:cubicBezTo>
                  <a:cubicBezTo>
                    <a:pt x="13335" y="208598"/>
                    <a:pt x="13335" y="120015"/>
                    <a:pt x="67628" y="66675"/>
                  </a:cubicBezTo>
                  <a:cubicBezTo>
                    <a:pt x="121920" y="12383"/>
                    <a:pt x="210503" y="12383"/>
                    <a:pt x="263843" y="66675"/>
                  </a:cubicBezTo>
                  <a:cubicBezTo>
                    <a:pt x="318135" y="120968"/>
                    <a:pt x="318135" y="208598"/>
                    <a:pt x="263843" y="262890"/>
                  </a:cubicBezTo>
                  <a:lnTo>
                    <a:pt x="146685" y="38100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Полилиния: фигура 9">
              <a:extLst>
                <a:ext uri="{FF2B5EF4-FFF2-40B4-BE49-F238E27FC236}">
                  <a16:creationId xmlns:a16="http://schemas.microsoft.com/office/drawing/2014/main" id="{C222BF95-7DCC-E539-F3DF-E6994629B889}"/>
                </a:ext>
              </a:extLst>
            </p:cNvPr>
            <p:cNvSpPr/>
            <p:nvPr/>
          </p:nvSpPr>
          <p:spPr>
            <a:xfrm>
              <a:off x="5912167" y="3362325"/>
              <a:ext cx="58193" cy="75247"/>
            </a:xfrm>
            <a:custGeom>
              <a:avLst/>
              <a:gdLst>
                <a:gd name="connsiteX0" fmla="*/ 0 w 58193"/>
                <a:gd name="connsiteY0" fmla="*/ 0 h 75247"/>
                <a:gd name="connsiteX1" fmla="*/ 30480 w 58193"/>
                <a:gd name="connsiteY1" fmla="*/ 0 h 75247"/>
                <a:gd name="connsiteX2" fmla="*/ 52388 w 58193"/>
                <a:gd name="connsiteY2" fmla="*/ 18097 h 75247"/>
                <a:gd name="connsiteX3" fmla="*/ 43815 w 58193"/>
                <a:gd name="connsiteY3" fmla="*/ 33338 h 75247"/>
                <a:gd name="connsiteX4" fmla="*/ 43815 w 58193"/>
                <a:gd name="connsiteY4" fmla="*/ 33338 h 75247"/>
                <a:gd name="connsiteX5" fmla="*/ 58102 w 58193"/>
                <a:gd name="connsiteY5" fmla="*/ 52388 h 75247"/>
                <a:gd name="connsiteX6" fmla="*/ 34290 w 58193"/>
                <a:gd name="connsiteY6" fmla="*/ 75248 h 75247"/>
                <a:gd name="connsiteX7" fmla="*/ 32385 w 58193"/>
                <a:gd name="connsiteY7" fmla="*/ 75248 h 75247"/>
                <a:gd name="connsiteX8" fmla="*/ 0 w 58193"/>
                <a:gd name="connsiteY8" fmla="*/ 75248 h 75247"/>
                <a:gd name="connsiteX9" fmla="*/ 0 w 58193"/>
                <a:gd name="connsiteY9" fmla="*/ 0 h 75247"/>
                <a:gd name="connsiteX10" fmla="*/ 27622 w 58193"/>
                <a:gd name="connsiteY10" fmla="*/ 29528 h 75247"/>
                <a:gd name="connsiteX11" fmla="*/ 36195 w 58193"/>
                <a:gd name="connsiteY11" fmla="*/ 21907 h 75247"/>
                <a:gd name="connsiteX12" fmla="*/ 27622 w 58193"/>
                <a:gd name="connsiteY12" fmla="*/ 14288 h 75247"/>
                <a:gd name="connsiteX13" fmla="*/ 27622 w 58193"/>
                <a:gd name="connsiteY13" fmla="*/ 14288 h 75247"/>
                <a:gd name="connsiteX14" fmla="*/ 16193 w 58193"/>
                <a:gd name="connsiteY14" fmla="*/ 14288 h 75247"/>
                <a:gd name="connsiteX15" fmla="*/ 16193 w 58193"/>
                <a:gd name="connsiteY15" fmla="*/ 29528 h 75247"/>
                <a:gd name="connsiteX16" fmla="*/ 27622 w 58193"/>
                <a:gd name="connsiteY16" fmla="*/ 29528 h 75247"/>
                <a:gd name="connsiteX17" fmla="*/ 30480 w 58193"/>
                <a:gd name="connsiteY17" fmla="*/ 60960 h 75247"/>
                <a:gd name="connsiteX18" fmla="*/ 40005 w 58193"/>
                <a:gd name="connsiteY18" fmla="*/ 51435 h 75247"/>
                <a:gd name="connsiteX19" fmla="*/ 30480 w 58193"/>
                <a:gd name="connsiteY19" fmla="*/ 41910 h 75247"/>
                <a:gd name="connsiteX20" fmla="*/ 16193 w 58193"/>
                <a:gd name="connsiteY20" fmla="*/ 41910 h 75247"/>
                <a:gd name="connsiteX21" fmla="*/ 16193 w 58193"/>
                <a:gd name="connsiteY21" fmla="*/ 60960 h 75247"/>
                <a:gd name="connsiteX22" fmla="*/ 30480 w 58193"/>
                <a:gd name="connsiteY22" fmla="*/ 60960 h 75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8193" h="75247">
                  <a:moveTo>
                    <a:pt x="0" y="0"/>
                  </a:moveTo>
                  <a:lnTo>
                    <a:pt x="30480" y="0"/>
                  </a:lnTo>
                  <a:cubicBezTo>
                    <a:pt x="44768" y="0"/>
                    <a:pt x="52388" y="8572"/>
                    <a:pt x="52388" y="18097"/>
                  </a:cubicBezTo>
                  <a:cubicBezTo>
                    <a:pt x="52388" y="23813"/>
                    <a:pt x="49530" y="29528"/>
                    <a:pt x="43815" y="33338"/>
                  </a:cubicBezTo>
                  <a:lnTo>
                    <a:pt x="43815" y="33338"/>
                  </a:lnTo>
                  <a:cubicBezTo>
                    <a:pt x="52388" y="35243"/>
                    <a:pt x="59055" y="43815"/>
                    <a:pt x="58102" y="52388"/>
                  </a:cubicBezTo>
                  <a:cubicBezTo>
                    <a:pt x="58102" y="65723"/>
                    <a:pt x="46672" y="75248"/>
                    <a:pt x="34290" y="75248"/>
                  </a:cubicBezTo>
                  <a:cubicBezTo>
                    <a:pt x="33338" y="75248"/>
                    <a:pt x="33338" y="75248"/>
                    <a:pt x="32385" y="75248"/>
                  </a:cubicBezTo>
                  <a:lnTo>
                    <a:pt x="0" y="75248"/>
                  </a:lnTo>
                  <a:lnTo>
                    <a:pt x="0" y="0"/>
                  </a:lnTo>
                  <a:close/>
                  <a:moveTo>
                    <a:pt x="27622" y="29528"/>
                  </a:moveTo>
                  <a:cubicBezTo>
                    <a:pt x="32385" y="29528"/>
                    <a:pt x="35243" y="26670"/>
                    <a:pt x="36195" y="21907"/>
                  </a:cubicBezTo>
                  <a:cubicBezTo>
                    <a:pt x="36195" y="17145"/>
                    <a:pt x="32385" y="14288"/>
                    <a:pt x="27622" y="14288"/>
                  </a:cubicBezTo>
                  <a:cubicBezTo>
                    <a:pt x="27622" y="14288"/>
                    <a:pt x="27622" y="14288"/>
                    <a:pt x="27622" y="14288"/>
                  </a:cubicBezTo>
                  <a:lnTo>
                    <a:pt x="16193" y="14288"/>
                  </a:lnTo>
                  <a:lnTo>
                    <a:pt x="16193" y="29528"/>
                  </a:lnTo>
                  <a:lnTo>
                    <a:pt x="27622" y="29528"/>
                  </a:lnTo>
                  <a:close/>
                  <a:moveTo>
                    <a:pt x="30480" y="60960"/>
                  </a:moveTo>
                  <a:cubicBezTo>
                    <a:pt x="36195" y="60960"/>
                    <a:pt x="40005" y="57150"/>
                    <a:pt x="40005" y="51435"/>
                  </a:cubicBezTo>
                  <a:cubicBezTo>
                    <a:pt x="40005" y="45720"/>
                    <a:pt x="36195" y="41910"/>
                    <a:pt x="30480" y="41910"/>
                  </a:cubicBezTo>
                  <a:lnTo>
                    <a:pt x="16193" y="41910"/>
                  </a:lnTo>
                  <a:lnTo>
                    <a:pt x="16193" y="60960"/>
                  </a:lnTo>
                  <a:lnTo>
                    <a:pt x="30480" y="6096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Полилиния: фигура 10">
              <a:extLst>
                <a:ext uri="{FF2B5EF4-FFF2-40B4-BE49-F238E27FC236}">
                  <a16:creationId xmlns:a16="http://schemas.microsoft.com/office/drawing/2014/main" id="{AA12C8AF-D29C-FC1C-9F3E-387840B175B3}"/>
                </a:ext>
              </a:extLst>
            </p:cNvPr>
            <p:cNvSpPr/>
            <p:nvPr/>
          </p:nvSpPr>
          <p:spPr>
            <a:xfrm>
              <a:off x="5978782" y="3381375"/>
              <a:ext cx="52447" cy="56343"/>
            </a:xfrm>
            <a:custGeom>
              <a:avLst/>
              <a:gdLst>
                <a:gd name="connsiteX0" fmla="*/ 60 w 52447"/>
                <a:gd name="connsiteY0" fmla="*/ 28575 h 56343"/>
                <a:gd name="connsiteX1" fmla="*/ 23873 w 52447"/>
                <a:gd name="connsiteY1" fmla="*/ 0 h 56343"/>
                <a:gd name="connsiteX2" fmla="*/ 26730 w 52447"/>
                <a:gd name="connsiteY2" fmla="*/ 0 h 56343"/>
                <a:gd name="connsiteX3" fmla="*/ 52448 w 52447"/>
                <a:gd name="connsiteY3" fmla="*/ 29528 h 56343"/>
                <a:gd name="connsiteX4" fmla="*/ 52448 w 52447"/>
                <a:gd name="connsiteY4" fmla="*/ 33338 h 56343"/>
                <a:gd name="connsiteX5" fmla="*/ 16253 w 52447"/>
                <a:gd name="connsiteY5" fmla="*/ 33338 h 56343"/>
                <a:gd name="connsiteX6" fmla="*/ 28635 w 52447"/>
                <a:gd name="connsiteY6" fmla="*/ 42863 h 56343"/>
                <a:gd name="connsiteX7" fmla="*/ 40065 w 52447"/>
                <a:gd name="connsiteY7" fmla="*/ 38100 h 56343"/>
                <a:gd name="connsiteX8" fmla="*/ 50543 w 52447"/>
                <a:gd name="connsiteY8" fmla="*/ 47625 h 56343"/>
                <a:gd name="connsiteX9" fmla="*/ 27683 w 52447"/>
                <a:gd name="connsiteY9" fmla="*/ 56197 h 56343"/>
                <a:gd name="connsiteX10" fmla="*/ 60 w 52447"/>
                <a:gd name="connsiteY10" fmla="*/ 29528 h 56343"/>
                <a:gd name="connsiteX11" fmla="*/ 60 w 52447"/>
                <a:gd name="connsiteY11" fmla="*/ 28575 h 56343"/>
                <a:gd name="connsiteX12" fmla="*/ 36255 w 52447"/>
                <a:gd name="connsiteY12" fmla="*/ 22860 h 56343"/>
                <a:gd name="connsiteX13" fmla="*/ 26730 w 52447"/>
                <a:gd name="connsiteY13" fmla="*/ 13335 h 56343"/>
                <a:gd name="connsiteX14" fmla="*/ 17205 w 52447"/>
                <a:gd name="connsiteY14" fmla="*/ 22860 h 56343"/>
                <a:gd name="connsiteX15" fmla="*/ 36255 w 52447"/>
                <a:gd name="connsiteY15" fmla="*/ 22860 h 56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447" h="56343">
                  <a:moveTo>
                    <a:pt x="60" y="28575"/>
                  </a:moveTo>
                  <a:cubicBezTo>
                    <a:pt x="-892" y="14288"/>
                    <a:pt x="9585" y="953"/>
                    <a:pt x="23873" y="0"/>
                  </a:cubicBezTo>
                  <a:cubicBezTo>
                    <a:pt x="24825" y="0"/>
                    <a:pt x="25778" y="0"/>
                    <a:pt x="26730" y="0"/>
                  </a:cubicBezTo>
                  <a:cubicBezTo>
                    <a:pt x="41018" y="0"/>
                    <a:pt x="52448" y="8572"/>
                    <a:pt x="52448" y="29528"/>
                  </a:cubicBezTo>
                  <a:lnTo>
                    <a:pt x="52448" y="33338"/>
                  </a:lnTo>
                  <a:lnTo>
                    <a:pt x="16253" y="33338"/>
                  </a:lnTo>
                  <a:cubicBezTo>
                    <a:pt x="17205" y="39053"/>
                    <a:pt x="22920" y="43815"/>
                    <a:pt x="28635" y="42863"/>
                  </a:cubicBezTo>
                  <a:cubicBezTo>
                    <a:pt x="33398" y="42863"/>
                    <a:pt x="37208" y="40957"/>
                    <a:pt x="40065" y="38100"/>
                  </a:cubicBezTo>
                  <a:lnTo>
                    <a:pt x="50543" y="47625"/>
                  </a:lnTo>
                  <a:cubicBezTo>
                    <a:pt x="44828" y="53340"/>
                    <a:pt x="36255" y="57150"/>
                    <a:pt x="27683" y="56197"/>
                  </a:cubicBezTo>
                  <a:cubicBezTo>
                    <a:pt x="12443" y="56197"/>
                    <a:pt x="1013" y="44768"/>
                    <a:pt x="60" y="29528"/>
                  </a:cubicBezTo>
                  <a:cubicBezTo>
                    <a:pt x="60" y="30480"/>
                    <a:pt x="60" y="29528"/>
                    <a:pt x="60" y="28575"/>
                  </a:cubicBezTo>
                  <a:close/>
                  <a:moveTo>
                    <a:pt x="36255" y="22860"/>
                  </a:moveTo>
                  <a:cubicBezTo>
                    <a:pt x="36255" y="17145"/>
                    <a:pt x="32445" y="13335"/>
                    <a:pt x="26730" y="13335"/>
                  </a:cubicBezTo>
                  <a:cubicBezTo>
                    <a:pt x="21968" y="13335"/>
                    <a:pt x="17205" y="18097"/>
                    <a:pt x="17205" y="22860"/>
                  </a:cubicBezTo>
                  <a:lnTo>
                    <a:pt x="36255" y="2286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Полилиния: фигура 12">
              <a:extLst>
                <a:ext uri="{FF2B5EF4-FFF2-40B4-BE49-F238E27FC236}">
                  <a16:creationId xmlns:a16="http://schemas.microsoft.com/office/drawing/2014/main" id="{11ADDA6A-1FB2-1F59-BDF8-2559E39FDEA6}"/>
                </a:ext>
              </a:extLst>
            </p:cNvPr>
            <p:cNvSpPr/>
            <p:nvPr/>
          </p:nvSpPr>
          <p:spPr>
            <a:xfrm>
              <a:off x="6036944" y="3384232"/>
              <a:ext cx="53340" cy="54292"/>
            </a:xfrm>
            <a:custGeom>
              <a:avLst/>
              <a:gdLst>
                <a:gd name="connsiteX0" fmla="*/ 0 w 53340"/>
                <a:gd name="connsiteY0" fmla="*/ 53340 h 54292"/>
                <a:gd name="connsiteX1" fmla="*/ 0 w 53340"/>
                <a:gd name="connsiteY1" fmla="*/ 41910 h 54292"/>
                <a:gd name="connsiteX2" fmla="*/ 2857 w 53340"/>
                <a:gd name="connsiteY2" fmla="*/ 42863 h 54292"/>
                <a:gd name="connsiteX3" fmla="*/ 8573 w 53340"/>
                <a:gd name="connsiteY3" fmla="*/ 30480 h 54292"/>
                <a:gd name="connsiteX4" fmla="*/ 9525 w 53340"/>
                <a:gd name="connsiteY4" fmla="*/ 0 h 54292"/>
                <a:gd name="connsiteX5" fmla="*/ 53340 w 53340"/>
                <a:gd name="connsiteY5" fmla="*/ 0 h 54292"/>
                <a:gd name="connsiteX6" fmla="*/ 53340 w 53340"/>
                <a:gd name="connsiteY6" fmla="*/ 54293 h 54292"/>
                <a:gd name="connsiteX7" fmla="*/ 38100 w 53340"/>
                <a:gd name="connsiteY7" fmla="*/ 54293 h 54292"/>
                <a:gd name="connsiteX8" fmla="*/ 38100 w 53340"/>
                <a:gd name="connsiteY8" fmla="*/ 14288 h 54292"/>
                <a:gd name="connsiteX9" fmla="*/ 23813 w 53340"/>
                <a:gd name="connsiteY9" fmla="*/ 14288 h 54292"/>
                <a:gd name="connsiteX10" fmla="*/ 22860 w 53340"/>
                <a:gd name="connsiteY10" fmla="*/ 30480 h 54292"/>
                <a:gd name="connsiteX11" fmla="*/ 6668 w 53340"/>
                <a:gd name="connsiteY11" fmla="*/ 54293 h 54292"/>
                <a:gd name="connsiteX12" fmla="*/ 0 w 53340"/>
                <a:gd name="connsiteY12" fmla="*/ 53340 h 54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3340" h="54292">
                  <a:moveTo>
                    <a:pt x="0" y="53340"/>
                  </a:moveTo>
                  <a:lnTo>
                    <a:pt x="0" y="41910"/>
                  </a:lnTo>
                  <a:cubicBezTo>
                    <a:pt x="953" y="41910"/>
                    <a:pt x="1905" y="42863"/>
                    <a:pt x="2857" y="42863"/>
                  </a:cubicBezTo>
                  <a:cubicBezTo>
                    <a:pt x="6668" y="42863"/>
                    <a:pt x="7620" y="40005"/>
                    <a:pt x="8573" y="30480"/>
                  </a:cubicBezTo>
                  <a:cubicBezTo>
                    <a:pt x="9525" y="11430"/>
                    <a:pt x="9525" y="0"/>
                    <a:pt x="9525" y="0"/>
                  </a:cubicBezTo>
                  <a:lnTo>
                    <a:pt x="53340" y="0"/>
                  </a:lnTo>
                  <a:lnTo>
                    <a:pt x="53340" y="54293"/>
                  </a:lnTo>
                  <a:lnTo>
                    <a:pt x="38100" y="54293"/>
                  </a:lnTo>
                  <a:lnTo>
                    <a:pt x="38100" y="14288"/>
                  </a:lnTo>
                  <a:lnTo>
                    <a:pt x="23813" y="14288"/>
                  </a:lnTo>
                  <a:cubicBezTo>
                    <a:pt x="23813" y="18098"/>
                    <a:pt x="23813" y="23813"/>
                    <a:pt x="22860" y="30480"/>
                  </a:cubicBezTo>
                  <a:cubicBezTo>
                    <a:pt x="21907" y="44768"/>
                    <a:pt x="19050" y="54293"/>
                    <a:pt x="6668" y="54293"/>
                  </a:cubicBezTo>
                  <a:cubicBezTo>
                    <a:pt x="3810" y="54293"/>
                    <a:pt x="1905" y="53340"/>
                    <a:pt x="0" y="53340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Полилиния: фигура 13">
              <a:extLst>
                <a:ext uri="{FF2B5EF4-FFF2-40B4-BE49-F238E27FC236}">
                  <a16:creationId xmlns:a16="http://schemas.microsoft.com/office/drawing/2014/main" id="{A0FFDCAD-5E42-7C89-780C-DB6246B6EBB1}"/>
                </a:ext>
              </a:extLst>
            </p:cNvPr>
            <p:cNvSpPr/>
            <p:nvPr/>
          </p:nvSpPr>
          <p:spPr>
            <a:xfrm>
              <a:off x="6101714" y="3383228"/>
              <a:ext cx="55296" cy="55351"/>
            </a:xfrm>
            <a:custGeom>
              <a:avLst/>
              <a:gdLst>
                <a:gd name="connsiteX0" fmla="*/ 0 w 55296"/>
                <a:gd name="connsiteY0" fmla="*/ 26722 h 55351"/>
                <a:gd name="connsiteX1" fmla="*/ 28575 w 55296"/>
                <a:gd name="connsiteY1" fmla="*/ 52 h 55351"/>
                <a:gd name="connsiteX2" fmla="*/ 55245 w 55296"/>
                <a:gd name="connsiteY2" fmla="*/ 28627 h 55351"/>
                <a:gd name="connsiteX3" fmla="*/ 27623 w 55296"/>
                <a:gd name="connsiteY3" fmla="*/ 55297 h 55351"/>
                <a:gd name="connsiteX4" fmla="*/ 0 w 55296"/>
                <a:gd name="connsiteY4" fmla="*/ 29579 h 55351"/>
                <a:gd name="connsiteX5" fmla="*/ 0 w 55296"/>
                <a:gd name="connsiteY5" fmla="*/ 26722 h 55351"/>
                <a:gd name="connsiteX6" fmla="*/ 39052 w 55296"/>
                <a:gd name="connsiteY6" fmla="*/ 26722 h 55351"/>
                <a:gd name="connsiteX7" fmla="*/ 27623 w 55296"/>
                <a:gd name="connsiteY7" fmla="*/ 12434 h 55351"/>
                <a:gd name="connsiteX8" fmla="*/ 16193 w 55296"/>
                <a:gd name="connsiteY8" fmla="*/ 26722 h 55351"/>
                <a:gd name="connsiteX9" fmla="*/ 27623 w 55296"/>
                <a:gd name="connsiteY9" fmla="*/ 41009 h 55351"/>
                <a:gd name="connsiteX10" fmla="*/ 39052 w 55296"/>
                <a:gd name="connsiteY10" fmla="*/ 26722 h 55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5296" h="55351">
                  <a:moveTo>
                    <a:pt x="0" y="26722"/>
                  </a:moveTo>
                  <a:cubicBezTo>
                    <a:pt x="953" y="11482"/>
                    <a:pt x="13335" y="-901"/>
                    <a:pt x="28575" y="52"/>
                  </a:cubicBezTo>
                  <a:cubicBezTo>
                    <a:pt x="43815" y="1004"/>
                    <a:pt x="56198" y="13387"/>
                    <a:pt x="55245" y="28627"/>
                  </a:cubicBezTo>
                  <a:cubicBezTo>
                    <a:pt x="54293" y="43867"/>
                    <a:pt x="42863" y="55297"/>
                    <a:pt x="27623" y="55297"/>
                  </a:cubicBezTo>
                  <a:cubicBezTo>
                    <a:pt x="13335" y="56249"/>
                    <a:pt x="953" y="44819"/>
                    <a:pt x="0" y="29579"/>
                  </a:cubicBezTo>
                  <a:cubicBezTo>
                    <a:pt x="0" y="28627"/>
                    <a:pt x="0" y="27674"/>
                    <a:pt x="0" y="26722"/>
                  </a:cubicBezTo>
                  <a:close/>
                  <a:moveTo>
                    <a:pt x="39052" y="26722"/>
                  </a:moveTo>
                  <a:cubicBezTo>
                    <a:pt x="39052" y="18149"/>
                    <a:pt x="35243" y="12434"/>
                    <a:pt x="27623" y="12434"/>
                  </a:cubicBezTo>
                  <a:cubicBezTo>
                    <a:pt x="20002" y="12434"/>
                    <a:pt x="16193" y="18149"/>
                    <a:pt x="16193" y="26722"/>
                  </a:cubicBezTo>
                  <a:cubicBezTo>
                    <a:pt x="16193" y="35294"/>
                    <a:pt x="20955" y="41009"/>
                    <a:pt x="27623" y="41009"/>
                  </a:cubicBezTo>
                  <a:cubicBezTo>
                    <a:pt x="34290" y="41009"/>
                    <a:pt x="39052" y="35294"/>
                    <a:pt x="39052" y="26722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Полилиния: фигура 14">
              <a:extLst>
                <a:ext uri="{FF2B5EF4-FFF2-40B4-BE49-F238E27FC236}">
                  <a16:creationId xmlns:a16="http://schemas.microsoft.com/office/drawing/2014/main" id="{54A041E6-9D70-C897-1063-ADD9FAB5BC38}"/>
                </a:ext>
              </a:extLst>
            </p:cNvPr>
            <p:cNvSpPr/>
            <p:nvPr/>
          </p:nvSpPr>
          <p:spPr>
            <a:xfrm>
              <a:off x="6162675" y="3383280"/>
              <a:ext cx="48577" cy="53339"/>
            </a:xfrm>
            <a:custGeom>
              <a:avLst/>
              <a:gdLst>
                <a:gd name="connsiteX0" fmla="*/ 16192 w 48577"/>
                <a:gd name="connsiteY0" fmla="*/ 13335 h 53339"/>
                <a:gd name="connsiteX1" fmla="*/ 0 w 48577"/>
                <a:gd name="connsiteY1" fmla="*/ 13335 h 53339"/>
                <a:gd name="connsiteX2" fmla="*/ 0 w 48577"/>
                <a:gd name="connsiteY2" fmla="*/ 0 h 53339"/>
                <a:gd name="connsiteX3" fmla="*/ 48577 w 48577"/>
                <a:gd name="connsiteY3" fmla="*/ 0 h 53339"/>
                <a:gd name="connsiteX4" fmla="*/ 43815 w 48577"/>
                <a:gd name="connsiteY4" fmla="*/ 13335 h 53339"/>
                <a:gd name="connsiteX5" fmla="*/ 31433 w 48577"/>
                <a:gd name="connsiteY5" fmla="*/ 13335 h 53339"/>
                <a:gd name="connsiteX6" fmla="*/ 31433 w 48577"/>
                <a:gd name="connsiteY6" fmla="*/ 53340 h 53339"/>
                <a:gd name="connsiteX7" fmla="*/ 16192 w 48577"/>
                <a:gd name="connsiteY7" fmla="*/ 53340 h 53339"/>
                <a:gd name="connsiteX8" fmla="*/ 16192 w 48577"/>
                <a:gd name="connsiteY8" fmla="*/ 13335 h 53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577" h="53339">
                  <a:moveTo>
                    <a:pt x="16192" y="13335"/>
                  </a:moveTo>
                  <a:lnTo>
                    <a:pt x="0" y="13335"/>
                  </a:lnTo>
                  <a:lnTo>
                    <a:pt x="0" y="0"/>
                  </a:lnTo>
                  <a:lnTo>
                    <a:pt x="48577" y="0"/>
                  </a:lnTo>
                  <a:lnTo>
                    <a:pt x="43815" y="13335"/>
                  </a:lnTo>
                  <a:lnTo>
                    <a:pt x="31433" y="13335"/>
                  </a:lnTo>
                  <a:lnTo>
                    <a:pt x="31433" y="53340"/>
                  </a:lnTo>
                  <a:lnTo>
                    <a:pt x="16192" y="53340"/>
                  </a:lnTo>
                  <a:lnTo>
                    <a:pt x="16192" y="13335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Полилиния: фигура 15">
              <a:extLst>
                <a:ext uri="{FF2B5EF4-FFF2-40B4-BE49-F238E27FC236}">
                  <a16:creationId xmlns:a16="http://schemas.microsoft.com/office/drawing/2014/main" id="{41D06781-34B6-87D7-2082-022F94963B9F}"/>
                </a:ext>
              </a:extLst>
            </p:cNvPr>
            <p:cNvSpPr/>
            <p:nvPr/>
          </p:nvSpPr>
          <p:spPr>
            <a:xfrm>
              <a:off x="6219825" y="3382327"/>
              <a:ext cx="55468" cy="74294"/>
            </a:xfrm>
            <a:custGeom>
              <a:avLst/>
              <a:gdLst>
                <a:gd name="connsiteX0" fmla="*/ 15240 w 55468"/>
                <a:gd name="connsiteY0" fmla="*/ 74295 h 74294"/>
                <a:gd name="connsiteX1" fmla="*/ 0 w 55468"/>
                <a:gd name="connsiteY1" fmla="*/ 74295 h 74294"/>
                <a:gd name="connsiteX2" fmla="*/ 0 w 55468"/>
                <a:gd name="connsiteY2" fmla="*/ 953 h 74294"/>
                <a:gd name="connsiteX3" fmla="*/ 15240 w 55468"/>
                <a:gd name="connsiteY3" fmla="*/ 953 h 74294"/>
                <a:gd name="connsiteX4" fmla="*/ 15240 w 55468"/>
                <a:gd name="connsiteY4" fmla="*/ 6667 h 74294"/>
                <a:gd name="connsiteX5" fmla="*/ 15240 w 55468"/>
                <a:gd name="connsiteY5" fmla="*/ 6667 h 74294"/>
                <a:gd name="connsiteX6" fmla="*/ 30480 w 55468"/>
                <a:gd name="connsiteY6" fmla="*/ 0 h 74294"/>
                <a:gd name="connsiteX7" fmla="*/ 55245 w 55468"/>
                <a:gd name="connsiteY7" fmla="*/ 26670 h 74294"/>
                <a:gd name="connsiteX8" fmla="*/ 55245 w 55468"/>
                <a:gd name="connsiteY8" fmla="*/ 28575 h 74294"/>
                <a:gd name="connsiteX9" fmla="*/ 32385 w 55468"/>
                <a:gd name="connsiteY9" fmla="*/ 57150 h 74294"/>
                <a:gd name="connsiteX10" fmla="*/ 30480 w 55468"/>
                <a:gd name="connsiteY10" fmla="*/ 57150 h 74294"/>
                <a:gd name="connsiteX11" fmla="*/ 15240 w 55468"/>
                <a:gd name="connsiteY11" fmla="*/ 50482 h 74294"/>
                <a:gd name="connsiteX12" fmla="*/ 15240 w 55468"/>
                <a:gd name="connsiteY12" fmla="*/ 50482 h 74294"/>
                <a:gd name="connsiteX13" fmla="*/ 15240 w 55468"/>
                <a:gd name="connsiteY13" fmla="*/ 74295 h 74294"/>
                <a:gd name="connsiteX14" fmla="*/ 26670 w 55468"/>
                <a:gd name="connsiteY14" fmla="*/ 41910 h 74294"/>
                <a:gd name="connsiteX15" fmla="*/ 42863 w 55468"/>
                <a:gd name="connsiteY15" fmla="*/ 29528 h 74294"/>
                <a:gd name="connsiteX16" fmla="*/ 30480 w 55468"/>
                <a:gd name="connsiteY16" fmla="*/ 13335 h 74294"/>
                <a:gd name="connsiteX17" fmla="*/ 14288 w 55468"/>
                <a:gd name="connsiteY17" fmla="*/ 25717 h 74294"/>
                <a:gd name="connsiteX18" fmla="*/ 14288 w 55468"/>
                <a:gd name="connsiteY18" fmla="*/ 27622 h 74294"/>
                <a:gd name="connsiteX19" fmla="*/ 26670 w 55468"/>
                <a:gd name="connsiteY19" fmla="*/ 41910 h 74294"/>
                <a:gd name="connsiteX20" fmla="*/ 26670 w 55468"/>
                <a:gd name="connsiteY20" fmla="*/ 41910 h 74294"/>
                <a:gd name="connsiteX21" fmla="*/ 26670 w 55468"/>
                <a:gd name="connsiteY21" fmla="*/ 41910 h 74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5468" h="74294">
                  <a:moveTo>
                    <a:pt x="15240" y="74295"/>
                  </a:moveTo>
                  <a:lnTo>
                    <a:pt x="0" y="74295"/>
                  </a:lnTo>
                  <a:lnTo>
                    <a:pt x="0" y="953"/>
                  </a:lnTo>
                  <a:lnTo>
                    <a:pt x="15240" y="953"/>
                  </a:lnTo>
                  <a:lnTo>
                    <a:pt x="15240" y="6667"/>
                  </a:lnTo>
                  <a:lnTo>
                    <a:pt x="15240" y="6667"/>
                  </a:lnTo>
                  <a:cubicBezTo>
                    <a:pt x="19050" y="1905"/>
                    <a:pt x="24765" y="0"/>
                    <a:pt x="30480" y="0"/>
                  </a:cubicBezTo>
                  <a:cubicBezTo>
                    <a:pt x="44767" y="953"/>
                    <a:pt x="56198" y="12382"/>
                    <a:pt x="55245" y="26670"/>
                  </a:cubicBezTo>
                  <a:cubicBezTo>
                    <a:pt x="55245" y="27622"/>
                    <a:pt x="55245" y="27622"/>
                    <a:pt x="55245" y="28575"/>
                  </a:cubicBezTo>
                  <a:cubicBezTo>
                    <a:pt x="57150" y="42863"/>
                    <a:pt x="46673" y="55245"/>
                    <a:pt x="32385" y="57150"/>
                  </a:cubicBezTo>
                  <a:cubicBezTo>
                    <a:pt x="31433" y="57150"/>
                    <a:pt x="31433" y="57150"/>
                    <a:pt x="30480" y="57150"/>
                  </a:cubicBezTo>
                  <a:cubicBezTo>
                    <a:pt x="24765" y="57150"/>
                    <a:pt x="19050" y="55245"/>
                    <a:pt x="15240" y="50482"/>
                  </a:cubicBezTo>
                  <a:lnTo>
                    <a:pt x="15240" y="50482"/>
                  </a:lnTo>
                  <a:lnTo>
                    <a:pt x="15240" y="74295"/>
                  </a:lnTo>
                  <a:close/>
                  <a:moveTo>
                    <a:pt x="26670" y="41910"/>
                  </a:moveTo>
                  <a:cubicBezTo>
                    <a:pt x="34290" y="42863"/>
                    <a:pt x="41910" y="38100"/>
                    <a:pt x="42863" y="29528"/>
                  </a:cubicBezTo>
                  <a:cubicBezTo>
                    <a:pt x="43815" y="20955"/>
                    <a:pt x="39052" y="14288"/>
                    <a:pt x="30480" y="13335"/>
                  </a:cubicBezTo>
                  <a:cubicBezTo>
                    <a:pt x="21908" y="12382"/>
                    <a:pt x="15240" y="17145"/>
                    <a:pt x="14288" y="25717"/>
                  </a:cubicBezTo>
                  <a:cubicBezTo>
                    <a:pt x="14288" y="26670"/>
                    <a:pt x="14288" y="26670"/>
                    <a:pt x="14288" y="27622"/>
                  </a:cubicBezTo>
                  <a:cubicBezTo>
                    <a:pt x="13335" y="35242"/>
                    <a:pt x="19050" y="40957"/>
                    <a:pt x="26670" y="41910"/>
                  </a:cubicBezTo>
                  <a:cubicBezTo>
                    <a:pt x="25717" y="41910"/>
                    <a:pt x="25717" y="41910"/>
                    <a:pt x="26670" y="41910"/>
                  </a:cubicBezTo>
                  <a:lnTo>
                    <a:pt x="26670" y="4191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Полилиния: фигура 16">
              <a:extLst>
                <a:ext uri="{FF2B5EF4-FFF2-40B4-BE49-F238E27FC236}">
                  <a16:creationId xmlns:a16="http://schemas.microsoft.com/office/drawing/2014/main" id="{EB74048F-F597-2F8A-2834-06899DE12A51}"/>
                </a:ext>
              </a:extLst>
            </p:cNvPr>
            <p:cNvSpPr/>
            <p:nvPr/>
          </p:nvSpPr>
          <p:spPr>
            <a:xfrm>
              <a:off x="6281737" y="3381109"/>
              <a:ext cx="49529" cy="56645"/>
            </a:xfrm>
            <a:custGeom>
              <a:avLst/>
              <a:gdLst>
                <a:gd name="connsiteX0" fmla="*/ 0 w 49529"/>
                <a:gd name="connsiteY0" fmla="*/ 39318 h 56645"/>
                <a:gd name="connsiteX1" fmla="*/ 23813 w 49529"/>
                <a:gd name="connsiteY1" fmla="*/ 21221 h 56645"/>
                <a:gd name="connsiteX2" fmla="*/ 33338 w 49529"/>
                <a:gd name="connsiteY2" fmla="*/ 22173 h 56645"/>
                <a:gd name="connsiteX3" fmla="*/ 33338 w 49529"/>
                <a:gd name="connsiteY3" fmla="*/ 21221 h 56645"/>
                <a:gd name="connsiteX4" fmla="*/ 24765 w 49529"/>
                <a:gd name="connsiteY4" fmla="*/ 14553 h 56645"/>
                <a:gd name="connsiteX5" fmla="*/ 12383 w 49529"/>
                <a:gd name="connsiteY5" fmla="*/ 18363 h 56645"/>
                <a:gd name="connsiteX6" fmla="*/ 2858 w 49529"/>
                <a:gd name="connsiteY6" fmla="*/ 8838 h 56645"/>
                <a:gd name="connsiteX7" fmla="*/ 25717 w 49529"/>
                <a:gd name="connsiteY7" fmla="*/ 266 h 56645"/>
                <a:gd name="connsiteX8" fmla="*/ 49530 w 49529"/>
                <a:gd name="connsiteY8" fmla="*/ 18363 h 56645"/>
                <a:gd name="connsiteX9" fmla="*/ 49530 w 49529"/>
                <a:gd name="connsiteY9" fmla="*/ 21221 h 56645"/>
                <a:gd name="connsiteX10" fmla="*/ 49530 w 49529"/>
                <a:gd name="connsiteY10" fmla="*/ 55511 h 56645"/>
                <a:gd name="connsiteX11" fmla="*/ 33338 w 49529"/>
                <a:gd name="connsiteY11" fmla="*/ 55511 h 56645"/>
                <a:gd name="connsiteX12" fmla="*/ 33338 w 49529"/>
                <a:gd name="connsiteY12" fmla="*/ 49796 h 56645"/>
                <a:gd name="connsiteX13" fmla="*/ 33338 w 49529"/>
                <a:gd name="connsiteY13" fmla="*/ 49796 h 56645"/>
                <a:gd name="connsiteX14" fmla="*/ 19050 w 49529"/>
                <a:gd name="connsiteY14" fmla="*/ 56463 h 56645"/>
                <a:gd name="connsiteX15" fmla="*/ 0 w 49529"/>
                <a:gd name="connsiteY15" fmla="*/ 39318 h 56645"/>
                <a:gd name="connsiteX16" fmla="*/ 0 w 49529"/>
                <a:gd name="connsiteY16" fmla="*/ 39318 h 56645"/>
                <a:gd name="connsiteX17" fmla="*/ 33338 w 49529"/>
                <a:gd name="connsiteY17" fmla="*/ 35508 h 56645"/>
                <a:gd name="connsiteX18" fmla="*/ 33338 w 49529"/>
                <a:gd name="connsiteY18" fmla="*/ 33603 h 56645"/>
                <a:gd name="connsiteX19" fmla="*/ 26670 w 49529"/>
                <a:gd name="connsiteY19" fmla="*/ 32651 h 56645"/>
                <a:gd name="connsiteX20" fmla="*/ 16192 w 49529"/>
                <a:gd name="connsiteY20" fmla="*/ 38366 h 56645"/>
                <a:gd name="connsiteX21" fmla="*/ 23813 w 49529"/>
                <a:gd name="connsiteY21" fmla="*/ 44081 h 56645"/>
                <a:gd name="connsiteX22" fmla="*/ 33338 w 49529"/>
                <a:gd name="connsiteY22" fmla="*/ 35508 h 56645"/>
                <a:gd name="connsiteX23" fmla="*/ 33338 w 49529"/>
                <a:gd name="connsiteY23" fmla="*/ 35508 h 56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9529" h="56645">
                  <a:moveTo>
                    <a:pt x="0" y="39318"/>
                  </a:moveTo>
                  <a:cubicBezTo>
                    <a:pt x="0" y="30746"/>
                    <a:pt x="7620" y="21221"/>
                    <a:pt x="23813" y="21221"/>
                  </a:cubicBezTo>
                  <a:cubicBezTo>
                    <a:pt x="26670" y="21221"/>
                    <a:pt x="30480" y="21221"/>
                    <a:pt x="33338" y="22173"/>
                  </a:cubicBezTo>
                  <a:lnTo>
                    <a:pt x="33338" y="21221"/>
                  </a:lnTo>
                  <a:cubicBezTo>
                    <a:pt x="33338" y="16458"/>
                    <a:pt x="29527" y="14553"/>
                    <a:pt x="24765" y="14553"/>
                  </a:cubicBezTo>
                  <a:cubicBezTo>
                    <a:pt x="20002" y="14553"/>
                    <a:pt x="16192" y="16458"/>
                    <a:pt x="12383" y="18363"/>
                  </a:cubicBezTo>
                  <a:lnTo>
                    <a:pt x="2858" y="8838"/>
                  </a:lnTo>
                  <a:cubicBezTo>
                    <a:pt x="9525" y="3123"/>
                    <a:pt x="17145" y="266"/>
                    <a:pt x="25717" y="266"/>
                  </a:cubicBezTo>
                  <a:cubicBezTo>
                    <a:pt x="37148" y="-1639"/>
                    <a:pt x="47625" y="6933"/>
                    <a:pt x="49530" y="18363"/>
                  </a:cubicBezTo>
                  <a:cubicBezTo>
                    <a:pt x="49530" y="19316"/>
                    <a:pt x="49530" y="20268"/>
                    <a:pt x="49530" y="21221"/>
                  </a:cubicBezTo>
                  <a:lnTo>
                    <a:pt x="49530" y="55511"/>
                  </a:lnTo>
                  <a:lnTo>
                    <a:pt x="33338" y="55511"/>
                  </a:lnTo>
                  <a:lnTo>
                    <a:pt x="33338" y="49796"/>
                  </a:lnTo>
                  <a:lnTo>
                    <a:pt x="33338" y="49796"/>
                  </a:lnTo>
                  <a:cubicBezTo>
                    <a:pt x="30480" y="54558"/>
                    <a:pt x="24765" y="57416"/>
                    <a:pt x="19050" y="56463"/>
                  </a:cubicBezTo>
                  <a:cubicBezTo>
                    <a:pt x="9525" y="57416"/>
                    <a:pt x="952" y="49796"/>
                    <a:pt x="0" y="39318"/>
                  </a:cubicBezTo>
                  <a:cubicBezTo>
                    <a:pt x="0" y="40271"/>
                    <a:pt x="0" y="39318"/>
                    <a:pt x="0" y="39318"/>
                  </a:cubicBezTo>
                  <a:close/>
                  <a:moveTo>
                    <a:pt x="33338" y="35508"/>
                  </a:moveTo>
                  <a:lnTo>
                    <a:pt x="33338" y="33603"/>
                  </a:lnTo>
                  <a:cubicBezTo>
                    <a:pt x="31433" y="33603"/>
                    <a:pt x="28575" y="32651"/>
                    <a:pt x="26670" y="32651"/>
                  </a:cubicBezTo>
                  <a:cubicBezTo>
                    <a:pt x="19050" y="32651"/>
                    <a:pt x="16192" y="35508"/>
                    <a:pt x="16192" y="38366"/>
                  </a:cubicBezTo>
                  <a:cubicBezTo>
                    <a:pt x="16192" y="41223"/>
                    <a:pt x="19050" y="44081"/>
                    <a:pt x="23813" y="44081"/>
                  </a:cubicBezTo>
                  <a:cubicBezTo>
                    <a:pt x="28575" y="45033"/>
                    <a:pt x="33338" y="41223"/>
                    <a:pt x="33338" y="35508"/>
                  </a:cubicBezTo>
                  <a:cubicBezTo>
                    <a:pt x="33338" y="35508"/>
                    <a:pt x="33338" y="35508"/>
                    <a:pt x="33338" y="35508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Полилиния: фигура 17">
              <a:extLst>
                <a:ext uri="{FF2B5EF4-FFF2-40B4-BE49-F238E27FC236}">
                  <a16:creationId xmlns:a16="http://schemas.microsoft.com/office/drawing/2014/main" id="{E1BEF907-8654-E08E-7065-860A20484C55}"/>
                </a:ext>
              </a:extLst>
            </p:cNvPr>
            <p:cNvSpPr/>
            <p:nvPr/>
          </p:nvSpPr>
          <p:spPr>
            <a:xfrm>
              <a:off x="6344602" y="3383280"/>
              <a:ext cx="48577" cy="54292"/>
            </a:xfrm>
            <a:custGeom>
              <a:avLst/>
              <a:gdLst>
                <a:gd name="connsiteX0" fmla="*/ 0 w 48577"/>
                <a:gd name="connsiteY0" fmla="*/ 0 h 54292"/>
                <a:gd name="connsiteX1" fmla="*/ 15240 w 48577"/>
                <a:gd name="connsiteY1" fmla="*/ 0 h 54292"/>
                <a:gd name="connsiteX2" fmla="*/ 15240 w 48577"/>
                <a:gd name="connsiteY2" fmla="*/ 20002 h 54292"/>
                <a:gd name="connsiteX3" fmla="*/ 33338 w 48577"/>
                <a:gd name="connsiteY3" fmla="*/ 20002 h 54292"/>
                <a:gd name="connsiteX4" fmla="*/ 33338 w 48577"/>
                <a:gd name="connsiteY4" fmla="*/ 0 h 54292"/>
                <a:gd name="connsiteX5" fmla="*/ 48577 w 48577"/>
                <a:gd name="connsiteY5" fmla="*/ 0 h 54292"/>
                <a:gd name="connsiteX6" fmla="*/ 48577 w 48577"/>
                <a:gd name="connsiteY6" fmla="*/ 54292 h 54292"/>
                <a:gd name="connsiteX7" fmla="*/ 33338 w 48577"/>
                <a:gd name="connsiteY7" fmla="*/ 54292 h 54292"/>
                <a:gd name="connsiteX8" fmla="*/ 33338 w 48577"/>
                <a:gd name="connsiteY8" fmla="*/ 34290 h 54292"/>
                <a:gd name="connsiteX9" fmla="*/ 15240 w 48577"/>
                <a:gd name="connsiteY9" fmla="*/ 34290 h 54292"/>
                <a:gd name="connsiteX10" fmla="*/ 15240 w 48577"/>
                <a:gd name="connsiteY10" fmla="*/ 54292 h 54292"/>
                <a:gd name="connsiteX11" fmla="*/ 0 w 48577"/>
                <a:gd name="connsiteY11" fmla="*/ 54292 h 54292"/>
                <a:gd name="connsiteX12" fmla="*/ 0 w 48577"/>
                <a:gd name="connsiteY12" fmla="*/ 0 h 54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8577" h="54292">
                  <a:moveTo>
                    <a:pt x="0" y="0"/>
                  </a:moveTo>
                  <a:lnTo>
                    <a:pt x="15240" y="0"/>
                  </a:lnTo>
                  <a:lnTo>
                    <a:pt x="15240" y="20002"/>
                  </a:lnTo>
                  <a:lnTo>
                    <a:pt x="33338" y="20002"/>
                  </a:lnTo>
                  <a:lnTo>
                    <a:pt x="33338" y="0"/>
                  </a:lnTo>
                  <a:lnTo>
                    <a:pt x="48577" y="0"/>
                  </a:lnTo>
                  <a:lnTo>
                    <a:pt x="48577" y="54292"/>
                  </a:lnTo>
                  <a:lnTo>
                    <a:pt x="33338" y="54292"/>
                  </a:lnTo>
                  <a:lnTo>
                    <a:pt x="33338" y="34290"/>
                  </a:lnTo>
                  <a:lnTo>
                    <a:pt x="15240" y="34290"/>
                  </a:lnTo>
                  <a:lnTo>
                    <a:pt x="15240" y="54292"/>
                  </a:lnTo>
                  <a:lnTo>
                    <a:pt x="0" y="542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Полилиния: фигура 18">
              <a:extLst>
                <a:ext uri="{FF2B5EF4-FFF2-40B4-BE49-F238E27FC236}">
                  <a16:creationId xmlns:a16="http://schemas.microsoft.com/office/drawing/2014/main" id="{E9C421AC-79B5-6015-0A01-B590DD8A3020}"/>
                </a:ext>
              </a:extLst>
            </p:cNvPr>
            <p:cNvSpPr/>
            <p:nvPr/>
          </p:nvSpPr>
          <p:spPr>
            <a:xfrm>
              <a:off x="6404610" y="3382327"/>
              <a:ext cx="47625" cy="55300"/>
            </a:xfrm>
            <a:custGeom>
              <a:avLst/>
              <a:gdLst>
                <a:gd name="connsiteX0" fmla="*/ 952 w 47625"/>
                <a:gd name="connsiteY0" fmla="*/ 27622 h 55300"/>
                <a:gd name="connsiteX1" fmla="*/ 24765 w 47625"/>
                <a:gd name="connsiteY1" fmla="*/ 0 h 55300"/>
                <a:gd name="connsiteX2" fmla="*/ 27623 w 47625"/>
                <a:gd name="connsiteY2" fmla="*/ 0 h 55300"/>
                <a:gd name="connsiteX3" fmla="*/ 47625 w 47625"/>
                <a:gd name="connsiteY3" fmla="*/ 7620 h 55300"/>
                <a:gd name="connsiteX4" fmla="*/ 38100 w 47625"/>
                <a:gd name="connsiteY4" fmla="*/ 17145 h 55300"/>
                <a:gd name="connsiteX5" fmla="*/ 28575 w 47625"/>
                <a:gd name="connsiteY5" fmla="*/ 13335 h 55300"/>
                <a:gd name="connsiteX6" fmla="*/ 17145 w 47625"/>
                <a:gd name="connsiteY6" fmla="*/ 27622 h 55300"/>
                <a:gd name="connsiteX7" fmla="*/ 28575 w 47625"/>
                <a:gd name="connsiteY7" fmla="*/ 41910 h 55300"/>
                <a:gd name="connsiteX8" fmla="*/ 38100 w 47625"/>
                <a:gd name="connsiteY8" fmla="*/ 38100 h 55300"/>
                <a:gd name="connsiteX9" fmla="*/ 47625 w 47625"/>
                <a:gd name="connsiteY9" fmla="*/ 47625 h 55300"/>
                <a:gd name="connsiteX10" fmla="*/ 27623 w 47625"/>
                <a:gd name="connsiteY10" fmla="*/ 55245 h 55300"/>
                <a:gd name="connsiteX11" fmla="*/ 0 w 47625"/>
                <a:gd name="connsiteY11" fmla="*/ 30480 h 55300"/>
                <a:gd name="connsiteX12" fmla="*/ 952 w 47625"/>
                <a:gd name="connsiteY12" fmla="*/ 27622 h 5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55300">
                  <a:moveTo>
                    <a:pt x="952" y="27622"/>
                  </a:moveTo>
                  <a:cubicBezTo>
                    <a:pt x="0" y="13335"/>
                    <a:pt x="10477" y="953"/>
                    <a:pt x="24765" y="0"/>
                  </a:cubicBezTo>
                  <a:cubicBezTo>
                    <a:pt x="25717" y="0"/>
                    <a:pt x="26670" y="0"/>
                    <a:pt x="27623" y="0"/>
                  </a:cubicBezTo>
                  <a:cubicBezTo>
                    <a:pt x="35242" y="0"/>
                    <a:pt x="42863" y="1905"/>
                    <a:pt x="47625" y="7620"/>
                  </a:cubicBezTo>
                  <a:lnTo>
                    <a:pt x="38100" y="17145"/>
                  </a:lnTo>
                  <a:cubicBezTo>
                    <a:pt x="35242" y="14288"/>
                    <a:pt x="32385" y="13335"/>
                    <a:pt x="28575" y="13335"/>
                  </a:cubicBezTo>
                  <a:cubicBezTo>
                    <a:pt x="21907" y="13335"/>
                    <a:pt x="17145" y="19050"/>
                    <a:pt x="17145" y="27622"/>
                  </a:cubicBezTo>
                  <a:cubicBezTo>
                    <a:pt x="17145" y="36195"/>
                    <a:pt x="21907" y="41910"/>
                    <a:pt x="28575" y="41910"/>
                  </a:cubicBezTo>
                  <a:cubicBezTo>
                    <a:pt x="32385" y="41910"/>
                    <a:pt x="35242" y="40957"/>
                    <a:pt x="38100" y="38100"/>
                  </a:cubicBezTo>
                  <a:lnTo>
                    <a:pt x="47625" y="47625"/>
                  </a:lnTo>
                  <a:cubicBezTo>
                    <a:pt x="41910" y="52388"/>
                    <a:pt x="35242" y="55245"/>
                    <a:pt x="27623" y="55245"/>
                  </a:cubicBezTo>
                  <a:cubicBezTo>
                    <a:pt x="13335" y="56197"/>
                    <a:pt x="952" y="44767"/>
                    <a:pt x="0" y="30480"/>
                  </a:cubicBezTo>
                  <a:cubicBezTo>
                    <a:pt x="0" y="29528"/>
                    <a:pt x="0" y="28575"/>
                    <a:pt x="952" y="27622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Полилиния: фигура 19">
              <a:extLst>
                <a:ext uri="{FF2B5EF4-FFF2-40B4-BE49-F238E27FC236}">
                  <a16:creationId xmlns:a16="http://schemas.microsoft.com/office/drawing/2014/main" id="{A9DD59D7-CAA7-2A12-3984-516F353CA492}"/>
                </a:ext>
              </a:extLst>
            </p:cNvPr>
            <p:cNvSpPr/>
            <p:nvPr/>
          </p:nvSpPr>
          <p:spPr>
            <a:xfrm>
              <a:off x="6461760" y="3383280"/>
              <a:ext cx="46672" cy="54292"/>
            </a:xfrm>
            <a:custGeom>
              <a:avLst/>
              <a:gdLst>
                <a:gd name="connsiteX0" fmla="*/ 0 w 46672"/>
                <a:gd name="connsiteY0" fmla="*/ 0 h 54292"/>
                <a:gd name="connsiteX1" fmla="*/ 46673 w 46672"/>
                <a:gd name="connsiteY1" fmla="*/ 0 h 54292"/>
                <a:gd name="connsiteX2" fmla="*/ 46673 w 46672"/>
                <a:gd name="connsiteY2" fmla="*/ 54292 h 54292"/>
                <a:gd name="connsiteX3" fmla="*/ 31432 w 46672"/>
                <a:gd name="connsiteY3" fmla="*/ 54292 h 54292"/>
                <a:gd name="connsiteX4" fmla="*/ 31432 w 46672"/>
                <a:gd name="connsiteY4" fmla="*/ 14288 h 54292"/>
                <a:gd name="connsiteX5" fmla="*/ 15240 w 46672"/>
                <a:gd name="connsiteY5" fmla="*/ 14288 h 54292"/>
                <a:gd name="connsiteX6" fmla="*/ 15240 w 46672"/>
                <a:gd name="connsiteY6" fmla="*/ 54292 h 54292"/>
                <a:gd name="connsiteX7" fmla="*/ 0 w 46672"/>
                <a:gd name="connsiteY7" fmla="*/ 54292 h 54292"/>
                <a:gd name="connsiteX8" fmla="*/ 0 w 46672"/>
                <a:gd name="connsiteY8" fmla="*/ 0 h 54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672" h="54292">
                  <a:moveTo>
                    <a:pt x="0" y="0"/>
                  </a:moveTo>
                  <a:lnTo>
                    <a:pt x="46673" y="0"/>
                  </a:lnTo>
                  <a:lnTo>
                    <a:pt x="46673" y="54292"/>
                  </a:lnTo>
                  <a:lnTo>
                    <a:pt x="31432" y="54292"/>
                  </a:lnTo>
                  <a:lnTo>
                    <a:pt x="31432" y="14288"/>
                  </a:lnTo>
                  <a:lnTo>
                    <a:pt x="15240" y="14288"/>
                  </a:lnTo>
                  <a:lnTo>
                    <a:pt x="15240" y="54292"/>
                  </a:lnTo>
                  <a:lnTo>
                    <a:pt x="0" y="542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Полилиния: фигура 20">
              <a:extLst>
                <a:ext uri="{FF2B5EF4-FFF2-40B4-BE49-F238E27FC236}">
                  <a16:creationId xmlns:a16="http://schemas.microsoft.com/office/drawing/2014/main" id="{10D00979-E40F-EAE7-157A-3D1D1709776C}"/>
                </a:ext>
              </a:extLst>
            </p:cNvPr>
            <p:cNvSpPr/>
            <p:nvPr/>
          </p:nvSpPr>
          <p:spPr>
            <a:xfrm>
              <a:off x="6519862" y="3383228"/>
              <a:ext cx="55296" cy="55351"/>
            </a:xfrm>
            <a:custGeom>
              <a:avLst/>
              <a:gdLst>
                <a:gd name="connsiteX0" fmla="*/ 0 w 55296"/>
                <a:gd name="connsiteY0" fmla="*/ 26722 h 55351"/>
                <a:gd name="connsiteX1" fmla="*/ 28575 w 55296"/>
                <a:gd name="connsiteY1" fmla="*/ 52 h 55351"/>
                <a:gd name="connsiteX2" fmla="*/ 55245 w 55296"/>
                <a:gd name="connsiteY2" fmla="*/ 28627 h 55351"/>
                <a:gd name="connsiteX3" fmla="*/ 27623 w 55296"/>
                <a:gd name="connsiteY3" fmla="*/ 55297 h 55351"/>
                <a:gd name="connsiteX4" fmla="*/ 0 w 55296"/>
                <a:gd name="connsiteY4" fmla="*/ 29579 h 55351"/>
                <a:gd name="connsiteX5" fmla="*/ 0 w 55296"/>
                <a:gd name="connsiteY5" fmla="*/ 26722 h 55351"/>
                <a:gd name="connsiteX6" fmla="*/ 39052 w 55296"/>
                <a:gd name="connsiteY6" fmla="*/ 26722 h 55351"/>
                <a:gd name="connsiteX7" fmla="*/ 27623 w 55296"/>
                <a:gd name="connsiteY7" fmla="*/ 12434 h 55351"/>
                <a:gd name="connsiteX8" fmla="*/ 16192 w 55296"/>
                <a:gd name="connsiteY8" fmla="*/ 26722 h 55351"/>
                <a:gd name="connsiteX9" fmla="*/ 27623 w 55296"/>
                <a:gd name="connsiteY9" fmla="*/ 41009 h 55351"/>
                <a:gd name="connsiteX10" fmla="*/ 39052 w 55296"/>
                <a:gd name="connsiteY10" fmla="*/ 26722 h 55351"/>
                <a:gd name="connsiteX11" fmla="*/ 39052 w 55296"/>
                <a:gd name="connsiteY11" fmla="*/ 26722 h 55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5296" h="55351">
                  <a:moveTo>
                    <a:pt x="0" y="26722"/>
                  </a:moveTo>
                  <a:cubicBezTo>
                    <a:pt x="952" y="11482"/>
                    <a:pt x="13335" y="-901"/>
                    <a:pt x="28575" y="52"/>
                  </a:cubicBezTo>
                  <a:cubicBezTo>
                    <a:pt x="43815" y="1004"/>
                    <a:pt x="56198" y="13387"/>
                    <a:pt x="55245" y="28627"/>
                  </a:cubicBezTo>
                  <a:cubicBezTo>
                    <a:pt x="54292" y="43867"/>
                    <a:pt x="42863" y="55297"/>
                    <a:pt x="27623" y="55297"/>
                  </a:cubicBezTo>
                  <a:cubicBezTo>
                    <a:pt x="13335" y="56249"/>
                    <a:pt x="0" y="44819"/>
                    <a:pt x="0" y="29579"/>
                  </a:cubicBezTo>
                  <a:cubicBezTo>
                    <a:pt x="0" y="28627"/>
                    <a:pt x="0" y="27674"/>
                    <a:pt x="0" y="26722"/>
                  </a:cubicBezTo>
                  <a:close/>
                  <a:moveTo>
                    <a:pt x="39052" y="26722"/>
                  </a:moveTo>
                  <a:cubicBezTo>
                    <a:pt x="39052" y="18149"/>
                    <a:pt x="34290" y="12434"/>
                    <a:pt x="27623" y="12434"/>
                  </a:cubicBezTo>
                  <a:cubicBezTo>
                    <a:pt x="20955" y="12434"/>
                    <a:pt x="16192" y="18149"/>
                    <a:pt x="16192" y="26722"/>
                  </a:cubicBezTo>
                  <a:cubicBezTo>
                    <a:pt x="16192" y="35294"/>
                    <a:pt x="20955" y="41009"/>
                    <a:pt x="27623" y="41009"/>
                  </a:cubicBezTo>
                  <a:cubicBezTo>
                    <a:pt x="34290" y="41009"/>
                    <a:pt x="39052" y="35294"/>
                    <a:pt x="39052" y="26722"/>
                  </a:cubicBezTo>
                  <a:lnTo>
                    <a:pt x="39052" y="26722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Полилиния: фигура 21">
              <a:extLst>
                <a:ext uri="{FF2B5EF4-FFF2-40B4-BE49-F238E27FC236}">
                  <a16:creationId xmlns:a16="http://schemas.microsoft.com/office/drawing/2014/main" id="{5F022D95-2810-63D5-BFEF-11C253707E20}"/>
                </a:ext>
              </a:extLst>
            </p:cNvPr>
            <p:cNvSpPr/>
            <p:nvPr/>
          </p:nvSpPr>
          <p:spPr>
            <a:xfrm>
              <a:off x="6586537" y="3382327"/>
              <a:ext cx="55468" cy="74294"/>
            </a:xfrm>
            <a:custGeom>
              <a:avLst/>
              <a:gdLst>
                <a:gd name="connsiteX0" fmla="*/ 15240 w 55468"/>
                <a:gd name="connsiteY0" fmla="*/ 74295 h 74294"/>
                <a:gd name="connsiteX1" fmla="*/ 0 w 55468"/>
                <a:gd name="connsiteY1" fmla="*/ 74295 h 74294"/>
                <a:gd name="connsiteX2" fmla="*/ 0 w 55468"/>
                <a:gd name="connsiteY2" fmla="*/ 953 h 74294"/>
                <a:gd name="connsiteX3" fmla="*/ 15240 w 55468"/>
                <a:gd name="connsiteY3" fmla="*/ 953 h 74294"/>
                <a:gd name="connsiteX4" fmla="*/ 15240 w 55468"/>
                <a:gd name="connsiteY4" fmla="*/ 6667 h 74294"/>
                <a:gd name="connsiteX5" fmla="*/ 15240 w 55468"/>
                <a:gd name="connsiteY5" fmla="*/ 6667 h 74294"/>
                <a:gd name="connsiteX6" fmla="*/ 30480 w 55468"/>
                <a:gd name="connsiteY6" fmla="*/ 0 h 74294"/>
                <a:gd name="connsiteX7" fmla="*/ 55245 w 55468"/>
                <a:gd name="connsiteY7" fmla="*/ 26670 h 74294"/>
                <a:gd name="connsiteX8" fmla="*/ 55245 w 55468"/>
                <a:gd name="connsiteY8" fmla="*/ 28575 h 74294"/>
                <a:gd name="connsiteX9" fmla="*/ 32385 w 55468"/>
                <a:gd name="connsiteY9" fmla="*/ 57150 h 74294"/>
                <a:gd name="connsiteX10" fmla="*/ 30480 w 55468"/>
                <a:gd name="connsiteY10" fmla="*/ 57150 h 74294"/>
                <a:gd name="connsiteX11" fmla="*/ 15240 w 55468"/>
                <a:gd name="connsiteY11" fmla="*/ 50482 h 74294"/>
                <a:gd name="connsiteX12" fmla="*/ 15240 w 55468"/>
                <a:gd name="connsiteY12" fmla="*/ 50482 h 74294"/>
                <a:gd name="connsiteX13" fmla="*/ 15240 w 55468"/>
                <a:gd name="connsiteY13" fmla="*/ 74295 h 74294"/>
                <a:gd name="connsiteX14" fmla="*/ 27623 w 55468"/>
                <a:gd name="connsiteY14" fmla="*/ 41910 h 74294"/>
                <a:gd name="connsiteX15" fmla="*/ 43815 w 55468"/>
                <a:gd name="connsiteY15" fmla="*/ 29528 h 74294"/>
                <a:gd name="connsiteX16" fmla="*/ 31433 w 55468"/>
                <a:gd name="connsiteY16" fmla="*/ 13335 h 74294"/>
                <a:gd name="connsiteX17" fmla="*/ 15240 w 55468"/>
                <a:gd name="connsiteY17" fmla="*/ 25717 h 74294"/>
                <a:gd name="connsiteX18" fmla="*/ 15240 w 55468"/>
                <a:gd name="connsiteY18" fmla="*/ 27622 h 74294"/>
                <a:gd name="connsiteX19" fmla="*/ 27623 w 55468"/>
                <a:gd name="connsiteY19" fmla="*/ 41910 h 74294"/>
                <a:gd name="connsiteX20" fmla="*/ 27623 w 55468"/>
                <a:gd name="connsiteY20" fmla="*/ 41910 h 74294"/>
                <a:gd name="connsiteX21" fmla="*/ 27623 w 55468"/>
                <a:gd name="connsiteY21" fmla="*/ 41910 h 74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5468" h="74294">
                  <a:moveTo>
                    <a:pt x="15240" y="74295"/>
                  </a:moveTo>
                  <a:lnTo>
                    <a:pt x="0" y="74295"/>
                  </a:lnTo>
                  <a:lnTo>
                    <a:pt x="0" y="953"/>
                  </a:lnTo>
                  <a:lnTo>
                    <a:pt x="15240" y="953"/>
                  </a:lnTo>
                  <a:lnTo>
                    <a:pt x="15240" y="6667"/>
                  </a:lnTo>
                  <a:lnTo>
                    <a:pt x="15240" y="6667"/>
                  </a:lnTo>
                  <a:cubicBezTo>
                    <a:pt x="19050" y="1905"/>
                    <a:pt x="24765" y="0"/>
                    <a:pt x="30480" y="0"/>
                  </a:cubicBezTo>
                  <a:cubicBezTo>
                    <a:pt x="44767" y="953"/>
                    <a:pt x="56198" y="12382"/>
                    <a:pt x="55245" y="26670"/>
                  </a:cubicBezTo>
                  <a:cubicBezTo>
                    <a:pt x="55245" y="27622"/>
                    <a:pt x="55245" y="27622"/>
                    <a:pt x="55245" y="28575"/>
                  </a:cubicBezTo>
                  <a:cubicBezTo>
                    <a:pt x="57150" y="42863"/>
                    <a:pt x="46673" y="55245"/>
                    <a:pt x="32385" y="57150"/>
                  </a:cubicBezTo>
                  <a:cubicBezTo>
                    <a:pt x="31433" y="57150"/>
                    <a:pt x="31433" y="57150"/>
                    <a:pt x="30480" y="57150"/>
                  </a:cubicBezTo>
                  <a:cubicBezTo>
                    <a:pt x="24765" y="57150"/>
                    <a:pt x="19050" y="55245"/>
                    <a:pt x="15240" y="50482"/>
                  </a:cubicBezTo>
                  <a:lnTo>
                    <a:pt x="15240" y="50482"/>
                  </a:lnTo>
                  <a:lnTo>
                    <a:pt x="15240" y="74295"/>
                  </a:lnTo>
                  <a:close/>
                  <a:moveTo>
                    <a:pt x="27623" y="41910"/>
                  </a:moveTo>
                  <a:cubicBezTo>
                    <a:pt x="35242" y="42863"/>
                    <a:pt x="42863" y="38100"/>
                    <a:pt x="43815" y="29528"/>
                  </a:cubicBezTo>
                  <a:cubicBezTo>
                    <a:pt x="44767" y="20955"/>
                    <a:pt x="40005" y="14288"/>
                    <a:pt x="31433" y="13335"/>
                  </a:cubicBezTo>
                  <a:cubicBezTo>
                    <a:pt x="23813" y="12382"/>
                    <a:pt x="16192" y="17145"/>
                    <a:pt x="15240" y="25717"/>
                  </a:cubicBezTo>
                  <a:cubicBezTo>
                    <a:pt x="15240" y="26670"/>
                    <a:pt x="15240" y="26670"/>
                    <a:pt x="15240" y="27622"/>
                  </a:cubicBezTo>
                  <a:cubicBezTo>
                    <a:pt x="14288" y="35242"/>
                    <a:pt x="20002" y="40957"/>
                    <a:pt x="27623" y="41910"/>
                  </a:cubicBezTo>
                  <a:cubicBezTo>
                    <a:pt x="26670" y="41910"/>
                    <a:pt x="27623" y="41910"/>
                    <a:pt x="27623" y="41910"/>
                  </a:cubicBezTo>
                  <a:lnTo>
                    <a:pt x="27623" y="4191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Полилиния: фигура 22">
              <a:extLst>
                <a:ext uri="{FF2B5EF4-FFF2-40B4-BE49-F238E27FC236}">
                  <a16:creationId xmlns:a16="http://schemas.microsoft.com/office/drawing/2014/main" id="{0735F00C-1275-CA84-B1A0-731A5B75BBD8}"/>
                </a:ext>
              </a:extLst>
            </p:cNvPr>
            <p:cNvSpPr/>
            <p:nvPr/>
          </p:nvSpPr>
          <p:spPr>
            <a:xfrm>
              <a:off x="6648450" y="3383280"/>
              <a:ext cx="48577" cy="53339"/>
            </a:xfrm>
            <a:custGeom>
              <a:avLst/>
              <a:gdLst>
                <a:gd name="connsiteX0" fmla="*/ 16192 w 48577"/>
                <a:gd name="connsiteY0" fmla="*/ 13335 h 53339"/>
                <a:gd name="connsiteX1" fmla="*/ 0 w 48577"/>
                <a:gd name="connsiteY1" fmla="*/ 13335 h 53339"/>
                <a:gd name="connsiteX2" fmla="*/ 0 w 48577"/>
                <a:gd name="connsiteY2" fmla="*/ 0 h 53339"/>
                <a:gd name="connsiteX3" fmla="*/ 48577 w 48577"/>
                <a:gd name="connsiteY3" fmla="*/ 0 h 53339"/>
                <a:gd name="connsiteX4" fmla="*/ 43815 w 48577"/>
                <a:gd name="connsiteY4" fmla="*/ 13335 h 53339"/>
                <a:gd name="connsiteX5" fmla="*/ 32385 w 48577"/>
                <a:gd name="connsiteY5" fmla="*/ 13335 h 53339"/>
                <a:gd name="connsiteX6" fmla="*/ 32385 w 48577"/>
                <a:gd name="connsiteY6" fmla="*/ 53340 h 53339"/>
                <a:gd name="connsiteX7" fmla="*/ 17145 w 48577"/>
                <a:gd name="connsiteY7" fmla="*/ 53340 h 53339"/>
                <a:gd name="connsiteX8" fmla="*/ 16192 w 48577"/>
                <a:gd name="connsiteY8" fmla="*/ 13335 h 53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577" h="53339">
                  <a:moveTo>
                    <a:pt x="16192" y="13335"/>
                  </a:moveTo>
                  <a:lnTo>
                    <a:pt x="0" y="13335"/>
                  </a:lnTo>
                  <a:lnTo>
                    <a:pt x="0" y="0"/>
                  </a:lnTo>
                  <a:lnTo>
                    <a:pt x="48577" y="0"/>
                  </a:lnTo>
                  <a:lnTo>
                    <a:pt x="43815" y="13335"/>
                  </a:lnTo>
                  <a:lnTo>
                    <a:pt x="32385" y="13335"/>
                  </a:lnTo>
                  <a:lnTo>
                    <a:pt x="32385" y="53340"/>
                  </a:lnTo>
                  <a:lnTo>
                    <a:pt x="17145" y="53340"/>
                  </a:lnTo>
                  <a:lnTo>
                    <a:pt x="16192" y="13335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59586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72" r:id="rId2"/>
    <p:sldLayoutId id="2147483739" r:id="rId3"/>
    <p:sldLayoutId id="2147483771" r:id="rId4"/>
    <p:sldLayoutId id="2147483770" r:id="rId5"/>
    <p:sldLayoutId id="2147483755" r:id="rId6"/>
    <p:sldLayoutId id="2147483740" r:id="rId7"/>
    <p:sldLayoutId id="2147483753" r:id="rId8"/>
    <p:sldLayoutId id="2147483742" r:id="rId9"/>
    <p:sldLayoutId id="2147483743" r:id="rId10"/>
    <p:sldLayoutId id="2147483744" r:id="rId11"/>
    <p:sldLayoutId id="2147483745" r:id="rId12"/>
    <p:sldLayoutId id="2147483746" r:id="rId13"/>
    <p:sldLayoutId id="2147483747" r:id="rId14"/>
    <p:sldLayoutId id="2147483748" r:id="rId15"/>
    <p:sldLayoutId id="2147483749" r:id="rId16"/>
    <p:sldLayoutId id="2147483751" r:id="rId17"/>
    <p:sldLayoutId id="2147483752" r:id="rId18"/>
    <p:sldLayoutId id="2147483791" r:id="rId19"/>
    <p:sldLayoutId id="2147483792" r:id="rId20"/>
  </p:sldLayoutIdLst>
  <p:hf sldNum="0" hdr="0"/>
  <p:txStyles>
    <p:titleStyle>
      <a:lvl1pPr algn="l" defTabSz="914446" rtl="0" eaLnBrk="1" latinLnBrk="0" hangingPunct="1">
        <a:lnSpc>
          <a:spcPct val="100000"/>
        </a:lnSpc>
        <a:spcBef>
          <a:spcPct val="0"/>
        </a:spcBef>
        <a:buNone/>
        <a:defRPr lang="en-US" sz="2400" b="1" kern="1200" dirty="0">
          <a:solidFill>
            <a:schemeClr val="accent5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0" indent="0" algn="l" defTabSz="914446" rtl="0" eaLnBrk="1" latinLnBrk="0" hangingPunct="1">
        <a:lnSpc>
          <a:spcPct val="100000"/>
        </a:lnSpc>
        <a:spcBef>
          <a:spcPts val="0"/>
        </a:spcBef>
        <a:buClr>
          <a:schemeClr val="accent4"/>
        </a:buClr>
        <a:buFont typeface="Wingdings" panose="05000000000000000000" pitchFamily="2" charset="2"/>
        <a:buNone/>
        <a:defRPr lang="ru-RU" sz="12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144006" indent="-144006" algn="l" defTabSz="914446" rtl="0" eaLnBrk="1" latinLnBrk="0" hangingPunct="1">
        <a:lnSpc>
          <a:spcPct val="100000"/>
        </a:lnSpc>
        <a:spcBef>
          <a:spcPts val="0"/>
        </a:spcBef>
        <a:buClr>
          <a:schemeClr val="accent5"/>
        </a:buClr>
        <a:buFont typeface="Wingdings" panose="05000000000000000000" pitchFamily="2" charset="2"/>
        <a:buChar char="§"/>
        <a:defRPr lang="ru-RU" sz="1200" kern="1200" baseline="0" smtClean="0">
          <a:solidFill>
            <a:schemeClr val="tx1"/>
          </a:solidFill>
          <a:latin typeface="+mn-lt"/>
          <a:ea typeface="+mn-ea"/>
          <a:cs typeface="+mn-cs"/>
        </a:defRPr>
      </a:lvl2pPr>
      <a:lvl3pPr marL="288015" indent="-144006" algn="l" defTabSz="914446" rtl="0" eaLnBrk="1" latinLnBrk="0" hangingPunct="1">
        <a:lnSpc>
          <a:spcPct val="100000"/>
        </a:lnSpc>
        <a:spcBef>
          <a:spcPts val="0"/>
        </a:spcBef>
        <a:buClr>
          <a:schemeClr val="accent5"/>
        </a:buClr>
        <a:buFont typeface="Arial" panose="020B0604020202020204" pitchFamily="34" charset="0"/>
        <a:buChar char="−"/>
        <a:defRPr lang="ru-RU" sz="12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432022" indent="-144006" algn="l" defTabSz="914446" rtl="0" eaLnBrk="1" latinLnBrk="0" hangingPunct="1">
        <a:lnSpc>
          <a:spcPct val="100000"/>
        </a:lnSpc>
        <a:spcBef>
          <a:spcPts val="0"/>
        </a:spcBef>
        <a:buClr>
          <a:schemeClr val="accent5"/>
        </a:buClr>
        <a:buFont typeface="Arial" panose="020B0604020202020204" pitchFamily="34" charset="0"/>
        <a:buChar char="▫"/>
        <a:defRPr lang="ru-RU" sz="1200" kern="1200" smtClean="0">
          <a:solidFill>
            <a:schemeClr val="tx1"/>
          </a:solidFill>
          <a:latin typeface="+mn-lt"/>
          <a:ea typeface="+mn-ea"/>
          <a:cs typeface="+mn-cs"/>
        </a:defRPr>
      </a:lvl4pPr>
      <a:lvl5pPr marL="576029" indent="-144006" algn="l" defTabSz="914446" rtl="0" eaLnBrk="1" latinLnBrk="0" hangingPunct="1">
        <a:lnSpc>
          <a:spcPct val="100000"/>
        </a:lnSpc>
        <a:spcBef>
          <a:spcPts val="0"/>
        </a:spcBef>
        <a:buClr>
          <a:schemeClr val="accent5"/>
        </a:buClr>
        <a:buFont typeface="Arial" panose="020B0604020202020204" pitchFamily="34" charset="0"/>
        <a:buChar char="-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726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24" algn="l" defTabSz="91444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8" algn="l" defTabSz="91444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6" pos="211">
          <p15:clr>
            <a:srgbClr val="F26B43"/>
          </p15:clr>
        </p15:guide>
        <p15:guide id="7" pos="7469">
          <p15:clr>
            <a:srgbClr val="F26B43"/>
          </p15:clr>
        </p15:guide>
        <p15:guide id="8" orient="horz" pos="572">
          <p15:clr>
            <a:srgbClr val="F26B43"/>
          </p15:clr>
        </p15:guide>
        <p15:guide id="9" orient="horz" pos="3974">
          <p15:clr>
            <a:srgbClr val="F26B43"/>
          </p15:clr>
        </p15:guide>
        <p15:guide id="10" orient="horz" pos="799">
          <p15:clr>
            <a:srgbClr val="5ACBF0"/>
          </p15:clr>
        </p15:guide>
        <p15:guide id="11" orient="horz" pos="9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3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35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svg"/><Relationship Id="rId4" Type="http://schemas.openxmlformats.org/officeDocument/2006/relationships/image" Target="../media/image4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4A6A5-A12E-C4B6-CD7F-C388BFD73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FCE34A3-24B4-4FA8-8D0F-1339F149A36F}"/>
              </a:ext>
            </a:extLst>
          </p:cNvPr>
          <p:cNvSpPr/>
          <p:nvPr/>
        </p:nvSpPr>
        <p:spPr>
          <a:xfrm>
            <a:off x="2029097" y="5529943"/>
            <a:ext cx="4389120" cy="1053737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 err="1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51897A-46FF-435F-B679-56E3BE416DE7}"/>
              </a:ext>
            </a:extLst>
          </p:cNvPr>
          <p:cNvSpPr txBox="1"/>
          <p:nvPr/>
        </p:nvSpPr>
        <p:spPr bwMode="auto">
          <a:xfrm>
            <a:off x="1269275" y="1634405"/>
            <a:ext cx="9538062" cy="163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ru-RU" sz="5000" dirty="0">
                <a:solidFill>
                  <a:srgbClr val="0762A0"/>
                </a:solidFill>
                <a:effectLst/>
              </a:rPr>
              <a:t>Интеллектуальная система анализа недвижимости</a:t>
            </a:r>
            <a:endParaRPr lang="ru-RU" sz="5000" dirty="0">
              <a:solidFill>
                <a:srgbClr val="0762A0"/>
              </a:solidFill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1830D39-1691-4451-98E4-73D70AA3D8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98071" y="4301558"/>
            <a:ext cx="2456770" cy="245677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A3C06BF-D361-40F0-ACC2-000AF130549A}"/>
              </a:ext>
            </a:extLst>
          </p:cNvPr>
          <p:cNvSpPr txBox="1"/>
          <p:nvPr/>
        </p:nvSpPr>
        <p:spPr bwMode="auto">
          <a:xfrm>
            <a:off x="1269275" y="6029682"/>
            <a:ext cx="594795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l" defTabSz="914400">
              <a:buClr>
                <a:schemeClr val="accent5"/>
              </a:buClr>
              <a:buFontTx/>
              <a:buNone/>
            </a:pPr>
            <a:r>
              <a:rPr lang="ru-RU" sz="1500" dirty="0">
                <a:solidFill>
                  <a:srgbClr val="0762A0"/>
                </a:solidFill>
                <a:effectLst/>
              </a:rPr>
              <a:t>Студент: </a:t>
            </a:r>
            <a:r>
              <a:rPr lang="ru-RU" sz="1500" dirty="0" err="1">
                <a:solidFill>
                  <a:srgbClr val="0762A0"/>
                </a:solidFill>
                <a:effectLst/>
              </a:rPr>
              <a:t>Оганнисян</a:t>
            </a:r>
            <a:r>
              <a:rPr lang="ru-RU" sz="1500" dirty="0">
                <a:solidFill>
                  <a:srgbClr val="0762A0"/>
                </a:solidFill>
                <a:effectLst/>
              </a:rPr>
              <a:t> </a:t>
            </a:r>
            <a:r>
              <a:rPr lang="ru-RU" sz="1500" dirty="0" err="1">
                <a:solidFill>
                  <a:srgbClr val="0762A0"/>
                </a:solidFill>
                <a:effectLst/>
              </a:rPr>
              <a:t>Григор</a:t>
            </a:r>
            <a:r>
              <a:rPr lang="ru-RU" sz="1500" dirty="0">
                <a:solidFill>
                  <a:srgbClr val="0762A0"/>
                </a:solidFill>
                <a:effectLst/>
              </a:rPr>
              <a:t> </a:t>
            </a:r>
            <a:r>
              <a:rPr lang="ru-RU" sz="1500" dirty="0" err="1">
                <a:solidFill>
                  <a:srgbClr val="0762A0"/>
                </a:solidFill>
                <a:effectLst/>
              </a:rPr>
              <a:t>Амбарцумович</a:t>
            </a:r>
            <a:r>
              <a:rPr lang="ru-RU" sz="1500" dirty="0">
                <a:solidFill>
                  <a:srgbClr val="0762A0"/>
                </a:solidFill>
                <a:effectLst/>
              </a:rPr>
              <a:t> ИКБО-15-22</a:t>
            </a:r>
            <a:br>
              <a:rPr lang="ru-RU" sz="1500" dirty="0">
                <a:solidFill>
                  <a:srgbClr val="0762A0"/>
                </a:solidFill>
              </a:rPr>
            </a:br>
            <a:r>
              <a:rPr lang="ru-RU" sz="1500" dirty="0">
                <a:solidFill>
                  <a:srgbClr val="0762A0"/>
                </a:solidFill>
                <a:effectLst/>
              </a:rPr>
              <a:t>Научный руководитель: </a:t>
            </a:r>
            <a:r>
              <a:rPr lang="ru-RU" sz="1500" dirty="0" err="1">
                <a:solidFill>
                  <a:srgbClr val="0762A0"/>
                </a:solidFill>
                <a:effectLst/>
              </a:rPr>
              <a:t>Штрекер</a:t>
            </a:r>
            <a:r>
              <a:rPr lang="ru-RU" sz="1500" dirty="0">
                <a:solidFill>
                  <a:srgbClr val="0762A0"/>
                </a:solidFill>
                <a:effectLst/>
              </a:rPr>
              <a:t> Евгений Николаевич</a:t>
            </a:r>
            <a:endParaRPr lang="ru-RU" sz="1500" dirty="0">
              <a:solidFill>
                <a:srgbClr val="0762A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A0F1FD-4D73-481F-940E-86ACAF58DB3A}"/>
              </a:ext>
            </a:extLst>
          </p:cNvPr>
          <p:cNvSpPr txBox="1"/>
          <p:nvPr/>
        </p:nvSpPr>
        <p:spPr bwMode="auto">
          <a:xfrm>
            <a:off x="1269275" y="3265621"/>
            <a:ext cx="697556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rgbClr val="0B90EB"/>
                </a:solidFill>
                <a:effectLst/>
              </a:rPr>
              <a:t>прогноз + интервал + объяснения + </a:t>
            </a:r>
            <a:r>
              <a:rPr lang="ru-RU" sz="1400" dirty="0" err="1">
                <a:solidFill>
                  <a:srgbClr val="0B90EB"/>
                </a:solidFill>
                <a:effectLst/>
              </a:rPr>
              <a:t>компараблы</a:t>
            </a:r>
            <a:endParaRPr lang="ru-RU" sz="1400" dirty="0">
              <a:solidFill>
                <a:srgbClr val="0B90E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2296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9B5D6D-2A5A-0E0C-3B02-49068206A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427" y="288198"/>
            <a:ext cx="4369977" cy="677108"/>
          </a:xfrm>
        </p:spPr>
        <p:txBody>
          <a:bodyPr/>
          <a:lstStyle/>
          <a:p>
            <a:r>
              <a:rPr lang="ru-RU" sz="4400" dirty="0"/>
              <a:t>Актуальность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947A10-083B-4A5A-9454-6743D91444A9}"/>
              </a:ext>
            </a:extLst>
          </p:cNvPr>
          <p:cNvSpPr txBox="1"/>
          <p:nvPr/>
        </p:nvSpPr>
        <p:spPr bwMode="auto">
          <a:xfrm>
            <a:off x="783427" y="1413063"/>
            <a:ext cx="11067559" cy="4154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indent="533400" defTabSz="533400">
              <a:buFont typeface="Arial" panose="020B0604020202020204" pitchFamily="34" charset="0"/>
              <a:buChar char="•"/>
            </a:pPr>
            <a:r>
              <a:rPr lang="ru-RU" sz="3300" dirty="0">
                <a:effectLst/>
              </a:rPr>
              <a:t>Рынок аренды неоднороден: цена сильно зависит от 	района, времени и состояния жилья.</a:t>
            </a:r>
          </a:p>
          <a:p>
            <a:pPr indent="533400" defTabSz="533400">
              <a:buFont typeface="Arial" panose="020B0604020202020204" pitchFamily="34" charset="0"/>
              <a:buChar char="•"/>
            </a:pPr>
            <a:r>
              <a:rPr lang="ru-RU" sz="3300" dirty="0">
                <a:effectLst/>
              </a:rPr>
              <a:t>Пользователю сложно понять “справедливую” 	ставку → риск переплаты/ошибки решения.</a:t>
            </a:r>
          </a:p>
          <a:p>
            <a:pPr indent="533400">
              <a:buFont typeface="Arial" panose="020B0604020202020204" pitchFamily="34" charset="0"/>
              <a:buChar char="•"/>
              <a:tabLst>
                <a:tab pos="533400" algn="l"/>
              </a:tabLst>
            </a:pPr>
            <a:r>
              <a:rPr lang="ru-RU" sz="3300" dirty="0">
                <a:effectLst/>
              </a:rPr>
              <a:t>Существующие онлайн-оценки часто непрозрачны: 	дают одно число без интервала и объяснений.</a:t>
            </a:r>
          </a:p>
          <a:p>
            <a:pPr indent="533400">
              <a:buFont typeface="Arial" panose="020B0604020202020204" pitchFamily="34" charset="0"/>
              <a:buChar char="•"/>
              <a:tabLst>
                <a:tab pos="533400" algn="l"/>
              </a:tabLst>
            </a:pPr>
            <a:r>
              <a:rPr lang="ru-RU" sz="3300" dirty="0">
                <a:effectLst/>
              </a:rPr>
              <a:t>Нужен инструмент: прогноз + доверительный 	интервал + объяснение факторов + </a:t>
            </a:r>
            <a:r>
              <a:rPr lang="ru-RU" sz="3300" dirty="0" err="1">
                <a:effectLst/>
              </a:rPr>
              <a:t>компараблы</a:t>
            </a:r>
            <a:r>
              <a:rPr lang="ru-RU" sz="3300" dirty="0"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46601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9B5D6D-2A5A-0E0C-3B02-49068206A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328" y="278396"/>
            <a:ext cx="10404647" cy="672217"/>
          </a:xfrm>
        </p:spPr>
        <p:txBody>
          <a:bodyPr/>
          <a:lstStyle/>
          <a:p>
            <a:r>
              <a:rPr lang="ru-RU" sz="4000" dirty="0">
                <a:effectLst/>
              </a:rPr>
              <a:t>Объект, предмет, область применения</a:t>
            </a:r>
            <a:endParaRPr lang="ru-RU" sz="40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1EFA93D-F38D-4D31-A527-C657A2DA1E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5741" y="2536776"/>
            <a:ext cx="3276410" cy="3090343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063924E-0528-4A7A-BC60-7395D05073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139" y="2536776"/>
            <a:ext cx="3276410" cy="30903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64611D99-9DBB-4906-BE84-081AC0D529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343" y="2536776"/>
            <a:ext cx="3276410" cy="309034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086AE0B-55F9-4B88-A505-0C7D7A52E6B0}"/>
              </a:ext>
            </a:extLst>
          </p:cNvPr>
          <p:cNvSpPr txBox="1"/>
          <p:nvPr/>
        </p:nvSpPr>
        <p:spPr bwMode="auto">
          <a:xfrm>
            <a:off x="915343" y="1286522"/>
            <a:ext cx="119411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rgbClr val="365CA7"/>
                </a:solidFill>
                <a:effectLst/>
              </a:rPr>
              <a:t>Объект</a:t>
            </a:r>
            <a:endParaRPr lang="ru-RU" sz="2000" b="1" dirty="0">
              <a:solidFill>
                <a:srgbClr val="365CA7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FE58D7-33D3-4239-9EC0-68C6D5A99E85}"/>
              </a:ext>
            </a:extLst>
          </p:cNvPr>
          <p:cNvSpPr txBox="1"/>
          <p:nvPr/>
        </p:nvSpPr>
        <p:spPr bwMode="auto">
          <a:xfrm>
            <a:off x="915343" y="1559028"/>
            <a:ext cx="262776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ru-RU" dirty="0">
                <a:effectLst/>
              </a:rPr>
              <a:t>рынок аренды квартир</a:t>
            </a:r>
            <a:endParaRPr lang="ru-RU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34D0CE-8B11-4D39-A1FF-D3AF13689316}"/>
              </a:ext>
            </a:extLst>
          </p:cNvPr>
          <p:cNvSpPr txBox="1"/>
          <p:nvPr/>
        </p:nvSpPr>
        <p:spPr bwMode="auto">
          <a:xfrm>
            <a:off x="4435742" y="1286522"/>
            <a:ext cx="154859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rgbClr val="365CA7"/>
                </a:solidFill>
                <a:effectLst/>
              </a:rPr>
              <a:t>Предмет</a:t>
            </a:r>
            <a:endParaRPr lang="ru-RU" sz="2000" b="1" dirty="0">
              <a:solidFill>
                <a:srgbClr val="365CA7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928BB6-B1E0-413E-9831-8E50493F5C02}"/>
              </a:ext>
            </a:extLst>
          </p:cNvPr>
          <p:cNvSpPr txBox="1"/>
          <p:nvPr/>
        </p:nvSpPr>
        <p:spPr bwMode="auto">
          <a:xfrm>
            <a:off x="4435742" y="1559028"/>
            <a:ext cx="3105796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ru-RU" dirty="0">
                <a:effectLst/>
              </a:rPr>
              <a:t>прогноз арендной ставки по параметрам жилья и </a:t>
            </a:r>
            <a:r>
              <a:rPr lang="ru-RU" dirty="0" err="1">
                <a:effectLst/>
              </a:rPr>
              <a:t>геоданным</a:t>
            </a:r>
            <a:endParaRPr lang="ru-RU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BD56BBA-4D58-4E59-9F32-7F96312E4815}"/>
              </a:ext>
            </a:extLst>
          </p:cNvPr>
          <p:cNvSpPr txBox="1"/>
          <p:nvPr/>
        </p:nvSpPr>
        <p:spPr bwMode="auto">
          <a:xfrm>
            <a:off x="7956139" y="1284276"/>
            <a:ext cx="154859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rgbClr val="365CA7"/>
                </a:solidFill>
                <a:effectLst/>
              </a:rPr>
              <a:t>Область</a:t>
            </a:r>
            <a:endParaRPr lang="ru-RU" sz="2000" b="1" dirty="0">
              <a:solidFill>
                <a:srgbClr val="365CA7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99CEB3-5178-4A9C-9A06-433CB4F9CEB5}"/>
              </a:ext>
            </a:extLst>
          </p:cNvPr>
          <p:cNvSpPr txBox="1"/>
          <p:nvPr/>
        </p:nvSpPr>
        <p:spPr bwMode="auto">
          <a:xfrm>
            <a:off x="7956139" y="1556782"/>
            <a:ext cx="2681792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ru-RU" dirty="0">
                <a:effectLst/>
              </a:rPr>
              <a:t>веб-сервис оценки аренды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9968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8FB97819-F7BB-4D23-8C78-F33A3F190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621" y="317940"/>
            <a:ext cx="4417068" cy="632673"/>
          </a:xfrm>
        </p:spPr>
        <p:txBody>
          <a:bodyPr/>
          <a:lstStyle/>
          <a:p>
            <a:r>
              <a:rPr lang="ru-RU" sz="4000" dirty="0">
                <a:effectLst/>
              </a:rPr>
              <a:t>Цель и задачи</a:t>
            </a:r>
            <a:endParaRPr lang="ru-RU" sz="4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A09CF5-8374-4421-AA8D-40EFAC4CB5EC}"/>
              </a:ext>
            </a:extLst>
          </p:cNvPr>
          <p:cNvSpPr txBox="1"/>
          <p:nvPr/>
        </p:nvSpPr>
        <p:spPr bwMode="auto">
          <a:xfrm>
            <a:off x="1889910" y="1492116"/>
            <a:ext cx="9054973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ru-RU" sz="2400" dirty="0">
                <a:effectLst/>
              </a:rPr>
              <a:t>построить модель, предоставляющую прогноз с доверительным интервалом и подбором </a:t>
            </a:r>
            <a:r>
              <a:rPr lang="ru-RU" sz="2400" dirty="0" err="1">
                <a:effectLst/>
              </a:rPr>
              <a:t>компараблов</a:t>
            </a:r>
            <a:r>
              <a:rPr lang="ru-RU" sz="2400" dirty="0">
                <a:effectLst/>
              </a:rPr>
              <a:t> на основе методов машинного обучения и </a:t>
            </a:r>
            <a:r>
              <a:rPr lang="ru-RU" sz="2400" dirty="0" err="1">
                <a:effectLst/>
              </a:rPr>
              <a:t>геопространственных</a:t>
            </a:r>
            <a:r>
              <a:rPr lang="ru-RU" sz="2400" dirty="0">
                <a:effectLst/>
              </a:rPr>
              <a:t> признаков.</a:t>
            </a:r>
            <a:endParaRPr lang="ru-RU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BB9EDF-4058-4B8C-B27F-209DD595FE03}"/>
              </a:ext>
            </a:extLst>
          </p:cNvPr>
          <p:cNvSpPr txBox="1"/>
          <p:nvPr/>
        </p:nvSpPr>
        <p:spPr bwMode="auto">
          <a:xfrm>
            <a:off x="1889910" y="3714743"/>
            <a:ext cx="10111967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defTabSz="271463">
              <a:buFont typeface="+mj-lt"/>
              <a:buAutoNum type="arabicPeriod"/>
            </a:pPr>
            <a:r>
              <a:rPr lang="ru-RU" sz="2400" dirty="0">
                <a:effectLst/>
              </a:rPr>
              <a:t>Сбор и подготовка данных (объявления + </a:t>
            </a:r>
            <a:r>
              <a:rPr lang="ru-RU" sz="2400" dirty="0" err="1">
                <a:effectLst/>
              </a:rPr>
              <a:t>геоданные</a:t>
            </a:r>
            <a:r>
              <a:rPr lang="ru-RU" sz="2400" dirty="0">
                <a:effectLst/>
              </a:rPr>
              <a:t>), витрина 	признаков.</a:t>
            </a:r>
          </a:p>
          <a:p>
            <a:pPr>
              <a:buFont typeface="+mj-lt"/>
              <a:buAutoNum type="arabicPeriod"/>
            </a:pPr>
            <a:r>
              <a:rPr lang="ru-RU" sz="2400" dirty="0">
                <a:effectLst/>
              </a:rPr>
              <a:t>Обучение модели и модуля интервалов (</a:t>
            </a:r>
            <a:r>
              <a:rPr lang="ru-RU" sz="2400" dirty="0" err="1">
                <a:effectLst/>
              </a:rPr>
              <a:t>квантильный</a:t>
            </a:r>
            <a:r>
              <a:rPr lang="ru-RU" sz="2400" dirty="0">
                <a:effectLst/>
              </a:rPr>
              <a:t>/конформный).</a:t>
            </a:r>
          </a:p>
          <a:p>
            <a:pPr>
              <a:buFont typeface="+mj-lt"/>
              <a:buAutoNum type="arabicPeriod"/>
            </a:pPr>
            <a:r>
              <a:rPr lang="ru-RU" sz="2400" dirty="0">
                <a:effectLst/>
              </a:rPr>
              <a:t>Реализация объяснимости (SHAP) и модуля </a:t>
            </a:r>
            <a:r>
              <a:rPr lang="ru-RU" sz="2400" dirty="0" err="1">
                <a:effectLst/>
              </a:rPr>
              <a:t>компараблов</a:t>
            </a:r>
            <a:r>
              <a:rPr lang="ru-RU" sz="2400" dirty="0">
                <a:effectLst/>
              </a:rPr>
              <a:t>.</a:t>
            </a:r>
          </a:p>
          <a:p>
            <a:pPr>
              <a:buFont typeface="+mj-lt"/>
              <a:buAutoNum type="arabicPeriod"/>
            </a:pPr>
            <a:r>
              <a:rPr lang="ru-RU" sz="2400" dirty="0">
                <a:effectLst/>
              </a:rPr>
              <a:t>Реализация сервиса: ML-сервис + </a:t>
            </a:r>
            <a:r>
              <a:rPr lang="ru-RU" sz="2400" dirty="0" err="1">
                <a:effectLst/>
              </a:rPr>
              <a:t>backend</a:t>
            </a:r>
            <a:r>
              <a:rPr lang="ru-RU" sz="2400" dirty="0">
                <a:effectLst/>
              </a:rPr>
              <a:t>-шлюз + UI, отчёт PDF.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E81BBA-500F-4BB6-ABE7-1BB44B873843}"/>
              </a:ext>
            </a:extLst>
          </p:cNvPr>
          <p:cNvSpPr txBox="1"/>
          <p:nvPr/>
        </p:nvSpPr>
        <p:spPr bwMode="auto">
          <a:xfrm>
            <a:off x="1056993" y="1801640"/>
            <a:ext cx="553998" cy="8578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vert270" wrap="square">
            <a:spAutoFit/>
          </a:bodyPr>
          <a:lstStyle/>
          <a:p>
            <a:r>
              <a:rPr lang="ru-RU" sz="2400" dirty="0">
                <a:solidFill>
                  <a:srgbClr val="365CA7"/>
                </a:solidFill>
                <a:effectLst/>
              </a:rPr>
              <a:t>Цель</a:t>
            </a:r>
            <a:endParaRPr lang="ru-RU" sz="2400" dirty="0">
              <a:solidFill>
                <a:srgbClr val="365CA7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9184B0-72F8-44BF-842C-B955B88A5B5E}"/>
              </a:ext>
            </a:extLst>
          </p:cNvPr>
          <p:cNvSpPr txBox="1"/>
          <p:nvPr/>
        </p:nvSpPr>
        <p:spPr bwMode="auto">
          <a:xfrm>
            <a:off x="1056992" y="4019738"/>
            <a:ext cx="553998" cy="1176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vert270" wrap="square">
            <a:spAutoFit/>
          </a:bodyPr>
          <a:lstStyle/>
          <a:p>
            <a:r>
              <a:rPr lang="ru-RU" sz="2400" dirty="0">
                <a:solidFill>
                  <a:srgbClr val="365CA7"/>
                </a:solidFill>
                <a:effectLst/>
              </a:rPr>
              <a:t>Задачи</a:t>
            </a:r>
            <a:endParaRPr lang="ru-RU" sz="2400" dirty="0">
              <a:solidFill>
                <a:srgbClr val="365CA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0177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30144DA-CC20-4A62-B316-1BA3FBE7ED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338" y="0"/>
            <a:ext cx="12225338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CF389B1-7D98-4201-822F-8275FDA2FCCA}"/>
              </a:ext>
            </a:extLst>
          </p:cNvPr>
          <p:cNvSpPr txBox="1"/>
          <p:nvPr/>
        </p:nvSpPr>
        <p:spPr bwMode="auto">
          <a:xfrm>
            <a:off x="774576" y="272534"/>
            <a:ext cx="451651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ru-RU" sz="4000" dirty="0">
                <a:solidFill>
                  <a:schemeClr val="bg1"/>
                </a:solidFill>
                <a:effectLst/>
              </a:rPr>
              <a:t>Анализ аналогов</a:t>
            </a:r>
            <a:endParaRPr lang="ru-RU" sz="4000" dirty="0">
              <a:solidFill>
                <a:schemeClr val="bg1"/>
              </a:solidFill>
            </a:endParaRP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E3C72B70-E81C-453A-8FF9-913CDE22A6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2326" y="980420"/>
            <a:ext cx="10246704" cy="471348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2E26AC5A-E1F5-4540-9EFC-0C4AF9723B85}"/>
              </a:ext>
            </a:extLst>
          </p:cNvPr>
          <p:cNvSpPr txBox="1"/>
          <p:nvPr/>
        </p:nvSpPr>
        <p:spPr bwMode="auto">
          <a:xfrm>
            <a:off x="1072326" y="5800536"/>
            <a:ext cx="10246704" cy="1021556"/>
          </a:xfrm>
          <a:prstGeom prst="roundRect">
            <a:avLst>
              <a:gd name="adj" fmla="val 24367"/>
            </a:avLst>
          </a:prstGeom>
          <a:solidFill>
            <a:srgbClr val="5C5C5C">
              <a:alpha val="57647"/>
            </a:srgbClr>
          </a:solidFill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  <a:effectLst/>
              </a:rPr>
              <a:t>Аналоги дают оценку и похожие объекты, но не дают объяснения причин и удобной выдачи (отчёт/API); поэтому разрабатывается система “прогноз + интервал + объяснения + </a:t>
            </a:r>
            <a:r>
              <a:rPr lang="ru-RU" dirty="0" err="1">
                <a:solidFill>
                  <a:schemeClr val="bg1"/>
                </a:solidFill>
                <a:effectLst/>
              </a:rPr>
              <a:t>компараблы</a:t>
            </a:r>
            <a:r>
              <a:rPr lang="ru-RU" dirty="0">
                <a:solidFill>
                  <a:schemeClr val="bg1"/>
                </a:solidFill>
                <a:effectLst/>
              </a:rPr>
              <a:t>”.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6" name="Rectangle 12">
            <a:extLst>
              <a:ext uri="{FF2B5EF4-FFF2-40B4-BE49-F238E27FC236}">
                <a16:creationId xmlns:a16="http://schemas.microsoft.com/office/drawing/2014/main" id="{BD87CC39-0B5D-4D5A-B841-CA75613B8DF5}"/>
              </a:ext>
            </a:extLst>
          </p:cNvPr>
          <p:cNvSpPr/>
          <p:nvPr/>
        </p:nvSpPr>
        <p:spPr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423E46-B7A0-4744-B3E1-320992BDBEC7}" type="slidenum">
              <a:rPr kumimoji="0" lang="ru-RU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138686EA-C099-40DC-8460-4F6AB672D9CA}"/>
              </a:ext>
            </a:extLst>
          </p:cNvPr>
          <p:cNvCxnSpPr>
            <a:cxnSpLocks/>
          </p:cNvCxnSpPr>
          <p:nvPr/>
        </p:nvCxnSpPr>
        <p:spPr>
          <a:xfrm>
            <a:off x="11611219" y="6400800"/>
            <a:ext cx="0" cy="457200"/>
          </a:xfrm>
          <a:prstGeom prst="line">
            <a:avLst/>
          </a:prstGeom>
          <a:ln>
            <a:solidFill>
              <a:schemeClr val="bg1"/>
            </a:solidFill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2203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30144DA-CC20-4A62-B316-1BA3FBE7ED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338" y="0"/>
            <a:ext cx="12225338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CF389B1-7D98-4201-822F-8275FDA2FCCA}"/>
              </a:ext>
            </a:extLst>
          </p:cNvPr>
          <p:cNvSpPr txBox="1"/>
          <p:nvPr/>
        </p:nvSpPr>
        <p:spPr bwMode="auto">
          <a:xfrm>
            <a:off x="774576" y="272534"/>
            <a:ext cx="556723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ru-RU" sz="4000" dirty="0">
                <a:solidFill>
                  <a:schemeClr val="bg1"/>
                </a:solidFill>
                <a:effectLst/>
              </a:rPr>
              <a:t>Данные и подготовка</a:t>
            </a:r>
            <a:endParaRPr lang="ru-RU" sz="4000" dirty="0">
              <a:solidFill>
                <a:schemeClr val="bg1"/>
              </a:solidFill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4FDC03A7-12B0-472D-9007-0C3129AE56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4576" y="2108196"/>
            <a:ext cx="10604500" cy="3102248"/>
          </a:xfrm>
          <a:prstGeom prst="rect">
            <a:avLst/>
          </a:prstGeom>
        </p:spPr>
      </p:pic>
      <p:sp>
        <p:nvSpPr>
          <p:cNvPr id="20" name="Rectangle 12">
            <a:extLst>
              <a:ext uri="{FF2B5EF4-FFF2-40B4-BE49-F238E27FC236}">
                <a16:creationId xmlns:a16="http://schemas.microsoft.com/office/drawing/2014/main" id="{2E536916-9519-4DA4-B862-121A55971258}"/>
              </a:ext>
            </a:extLst>
          </p:cNvPr>
          <p:cNvSpPr/>
          <p:nvPr/>
        </p:nvSpPr>
        <p:spPr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423E46-B7A0-4744-B3E1-320992BDBEC7}" type="slidenum">
              <a:rPr kumimoji="0" lang="ru-RU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A1D5674D-B799-4839-8F81-5726919B0BBD}"/>
              </a:ext>
            </a:extLst>
          </p:cNvPr>
          <p:cNvCxnSpPr>
            <a:cxnSpLocks/>
          </p:cNvCxnSpPr>
          <p:nvPr/>
        </p:nvCxnSpPr>
        <p:spPr>
          <a:xfrm>
            <a:off x="11611219" y="6400800"/>
            <a:ext cx="0" cy="457200"/>
          </a:xfrm>
          <a:prstGeom prst="line">
            <a:avLst/>
          </a:prstGeom>
          <a:ln>
            <a:solidFill>
              <a:schemeClr val="bg1"/>
            </a:solidFill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3517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059340-8955-4C6B-98ED-0A9DA0683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453" y="289027"/>
            <a:ext cx="4845600" cy="615553"/>
          </a:xfrm>
        </p:spPr>
        <p:txBody>
          <a:bodyPr/>
          <a:lstStyle/>
          <a:p>
            <a:r>
              <a:rPr lang="ru-RU" sz="4000">
                <a:effectLst/>
              </a:rPr>
              <a:t>Методы и модель</a:t>
            </a:r>
            <a:endParaRPr lang="ru-RU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5C5310-7E2A-4D0B-8703-CB10BE451A8F}"/>
              </a:ext>
            </a:extLst>
          </p:cNvPr>
          <p:cNvSpPr txBox="1"/>
          <p:nvPr/>
        </p:nvSpPr>
        <p:spPr bwMode="auto">
          <a:xfrm>
            <a:off x="778453" y="1443841"/>
            <a:ext cx="10854819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indent="541338">
              <a:buFont typeface="Arial" panose="020B0604020202020204" pitchFamily="34" charset="0"/>
              <a:buChar char="•"/>
              <a:tabLst>
                <a:tab pos="541338" algn="l"/>
              </a:tabLst>
            </a:pPr>
            <a:r>
              <a:rPr lang="ru-RU" sz="3600" dirty="0">
                <a:effectLst/>
              </a:rPr>
              <a:t>Модель: градиентный </a:t>
            </a:r>
            <a:r>
              <a:rPr lang="ru-RU" sz="3600" dirty="0" err="1">
                <a:effectLst/>
              </a:rPr>
              <a:t>бустинг</a:t>
            </a:r>
            <a:r>
              <a:rPr lang="ru-RU" sz="3600" dirty="0">
                <a:effectLst/>
              </a:rPr>
              <a:t> по табличным </a:t>
            </a:r>
            <a:r>
              <a:rPr lang="en-US" sz="3600" dirty="0">
                <a:effectLst/>
              </a:rPr>
              <a:t>	</a:t>
            </a:r>
            <a:r>
              <a:rPr lang="ru-RU" sz="3600" dirty="0">
                <a:effectLst/>
              </a:rPr>
              <a:t>признакам (в т.ч. </a:t>
            </a:r>
            <a:r>
              <a:rPr lang="ru-RU" sz="3600" dirty="0" err="1">
                <a:effectLst/>
              </a:rPr>
              <a:t>геопризнаки</a:t>
            </a:r>
            <a:r>
              <a:rPr lang="ru-RU" sz="3600" dirty="0">
                <a:effectLst/>
              </a:rPr>
              <a:t>).</a:t>
            </a:r>
          </a:p>
          <a:p>
            <a:pPr indent="541338" defTabSz="541338">
              <a:buFont typeface="Arial" panose="020B0604020202020204" pitchFamily="34" charset="0"/>
              <a:buChar char="•"/>
            </a:pPr>
            <a:r>
              <a:rPr lang="ru-RU" sz="3600" dirty="0">
                <a:effectLst/>
              </a:rPr>
              <a:t>Валидация: временное разбиение + контроль </a:t>
            </a:r>
            <a:r>
              <a:rPr lang="en-US" sz="3600" dirty="0">
                <a:effectLst/>
              </a:rPr>
              <a:t>	</a:t>
            </a:r>
            <a:r>
              <a:rPr lang="ru-RU" sz="3600" dirty="0">
                <a:effectLst/>
              </a:rPr>
              <a:t>пространственного “подсматривания”.</a:t>
            </a:r>
          </a:p>
          <a:p>
            <a:pPr indent="541338">
              <a:buFont typeface="Arial" panose="020B0604020202020204" pitchFamily="34" charset="0"/>
              <a:buChar char="•"/>
              <a:tabLst>
                <a:tab pos="541338" algn="l"/>
              </a:tabLst>
            </a:pPr>
            <a:r>
              <a:rPr lang="ru-RU" sz="3600" dirty="0">
                <a:effectLst/>
              </a:rPr>
              <a:t>Интервалы: </a:t>
            </a:r>
            <a:r>
              <a:rPr lang="ru-RU" sz="3600" dirty="0" err="1">
                <a:effectLst/>
              </a:rPr>
              <a:t>квантильный</a:t>
            </a:r>
            <a:r>
              <a:rPr lang="ru-RU" sz="3600" dirty="0">
                <a:effectLst/>
              </a:rPr>
              <a:t> и/или конформный </a:t>
            </a:r>
            <a:r>
              <a:rPr lang="en-US" sz="3600" dirty="0">
                <a:effectLst/>
              </a:rPr>
              <a:t>	</a:t>
            </a:r>
            <a:r>
              <a:rPr lang="ru-RU" sz="3600" dirty="0">
                <a:effectLst/>
              </a:rPr>
              <a:t>режим.</a:t>
            </a:r>
          </a:p>
          <a:p>
            <a:pPr indent="541338">
              <a:buFont typeface="Arial" panose="020B0604020202020204" pitchFamily="34" charset="0"/>
              <a:buChar char="•"/>
            </a:pPr>
            <a:r>
              <a:rPr lang="ru-RU" sz="3600" dirty="0">
                <a:effectLst/>
              </a:rPr>
              <a:t>Объяснения: SHAP (локально по объекту).</a:t>
            </a:r>
          </a:p>
        </p:txBody>
      </p:sp>
    </p:spTree>
    <p:extLst>
      <p:ext uri="{BB962C8B-B14F-4D97-AF65-F5344CB8AC3E}">
        <p14:creationId xmlns:p14="http://schemas.microsoft.com/office/powerpoint/2010/main" val="933098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059340-8955-4C6B-98ED-0A9DA0683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452" y="289027"/>
            <a:ext cx="6015637" cy="615553"/>
          </a:xfrm>
        </p:spPr>
        <p:txBody>
          <a:bodyPr/>
          <a:lstStyle/>
          <a:p>
            <a:r>
              <a:rPr lang="ru-RU" sz="4000" dirty="0">
                <a:effectLst/>
              </a:rPr>
              <a:t>Архитектура системы</a:t>
            </a:r>
            <a:endParaRPr lang="ru-RU" sz="48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97F0938-1FD9-4A89-9737-3DFB75A4CB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1303" y="904580"/>
            <a:ext cx="10913806" cy="5423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072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059340-8955-4C6B-98ED-0A9DA0683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452" y="318523"/>
            <a:ext cx="6172954" cy="615541"/>
          </a:xfrm>
        </p:spPr>
        <p:txBody>
          <a:bodyPr/>
          <a:lstStyle/>
          <a:p>
            <a:r>
              <a:rPr lang="ru-RU" sz="3600" dirty="0">
                <a:effectLst/>
              </a:rPr>
              <a:t>Используемые технологии</a:t>
            </a:r>
            <a:endParaRPr lang="ru-RU" sz="5400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44F8E6F-250F-47BB-AF49-7C17CCD172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5406" y="1493991"/>
            <a:ext cx="2114550" cy="2114550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8A268412-E09F-4393-94FE-92DF30EF8A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16331" y="1651730"/>
            <a:ext cx="3759337" cy="2665311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E10BCFA9-86AF-4CFC-BE40-90DC280085E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5556" y="1651730"/>
            <a:ext cx="2531038" cy="2232537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3CF5347A-4DB6-4697-9D99-B49C45F16D8F}"/>
              </a:ext>
            </a:extLst>
          </p:cNvPr>
          <p:cNvSpPr txBox="1"/>
          <p:nvPr/>
        </p:nvSpPr>
        <p:spPr bwMode="auto">
          <a:xfrm>
            <a:off x="412955" y="3864542"/>
            <a:ext cx="375933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ru-RU" sz="2400" dirty="0">
                <a:effectLst/>
              </a:rPr>
              <a:t>Обработка данных и </a:t>
            </a:r>
            <a:r>
              <a:rPr lang="en-US" sz="2400" dirty="0">
                <a:effectLst/>
              </a:rPr>
              <a:t>ML:</a:t>
            </a:r>
            <a:endParaRPr lang="ru-RU" sz="24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24B90E3-98EC-4DD6-B1E5-E3D24B9ABAC2}"/>
              </a:ext>
            </a:extLst>
          </p:cNvPr>
          <p:cNvSpPr txBox="1"/>
          <p:nvPr/>
        </p:nvSpPr>
        <p:spPr bwMode="auto">
          <a:xfrm>
            <a:off x="412955" y="4326207"/>
            <a:ext cx="3696929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indent="176213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</a:rPr>
              <a:t>Python, pandas, NumPy</a:t>
            </a:r>
          </a:p>
          <a:p>
            <a:pPr indent="176213" defTabSz="179388">
              <a:buFont typeface="Arial" panose="020B0604020202020204" pitchFamily="34" charset="0"/>
              <a:buChar char="•"/>
            </a:pPr>
            <a:r>
              <a:rPr lang="en-US" sz="2000" dirty="0" err="1">
                <a:effectLst/>
              </a:rPr>
              <a:t>LightGBM</a:t>
            </a:r>
            <a:r>
              <a:rPr lang="en-US" sz="2000" dirty="0">
                <a:effectLst/>
              </a:rPr>
              <a:t>, </a:t>
            </a:r>
            <a:r>
              <a:rPr lang="en-US" sz="2000" dirty="0" err="1">
                <a:effectLst/>
              </a:rPr>
              <a:t>CatBoost</a:t>
            </a:r>
            <a:r>
              <a:rPr lang="en-US" sz="2000" dirty="0">
                <a:effectLst/>
              </a:rPr>
              <a:t>, 	</a:t>
            </a:r>
            <a:r>
              <a:rPr lang="en-US" sz="2000" dirty="0" err="1">
                <a:effectLst/>
              </a:rPr>
              <a:t>XGBoost</a:t>
            </a:r>
            <a:endParaRPr lang="en-US" sz="2000" dirty="0">
              <a:effectLst/>
            </a:endParaRPr>
          </a:p>
          <a:p>
            <a:pPr indent="176213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</a:rPr>
              <a:t>SHAP, MAPIE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7DC35BD-7C47-4612-BAD4-D90652C4FF1E}"/>
              </a:ext>
            </a:extLst>
          </p:cNvPr>
          <p:cNvSpPr txBox="1"/>
          <p:nvPr/>
        </p:nvSpPr>
        <p:spPr bwMode="auto">
          <a:xfrm>
            <a:off x="4216331" y="4138820"/>
            <a:ext cx="419258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ru-RU" sz="2400" dirty="0">
                <a:effectLst/>
              </a:rPr>
              <a:t>Инфраструктура и сервисы:</a:t>
            </a:r>
            <a:endParaRPr lang="ru-RU" sz="2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12DB750-F642-4D4F-8D85-4D0E4EF5F7B5}"/>
              </a:ext>
            </a:extLst>
          </p:cNvPr>
          <p:cNvSpPr txBox="1"/>
          <p:nvPr/>
        </p:nvSpPr>
        <p:spPr bwMode="auto">
          <a:xfrm>
            <a:off x="4216331" y="4600485"/>
            <a:ext cx="4070555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indent="176213">
              <a:buFont typeface="Arial" panose="020B0604020202020204" pitchFamily="34" charset="0"/>
              <a:buChar char="•"/>
              <a:tabLst>
                <a:tab pos="176213" algn="l"/>
              </a:tabLst>
            </a:pPr>
            <a:r>
              <a:rPr lang="en-US" sz="2000" dirty="0" err="1">
                <a:effectLst/>
              </a:rPr>
              <a:t>FastAPI</a:t>
            </a:r>
            <a:r>
              <a:rPr lang="en-US" sz="2000" dirty="0">
                <a:effectLst/>
              </a:rPr>
              <a:t> – REST-API ML-	</a:t>
            </a:r>
            <a:r>
              <a:rPr lang="ru-RU" sz="2000" dirty="0">
                <a:effectLst/>
              </a:rPr>
              <a:t>сервиса</a:t>
            </a:r>
          </a:p>
          <a:p>
            <a:pPr indent="176213" defTabSz="179388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</a:rPr>
              <a:t>PostgreSQL + </a:t>
            </a:r>
            <a:r>
              <a:rPr lang="en-US" sz="2000" dirty="0" err="1">
                <a:effectLst/>
              </a:rPr>
              <a:t>PostGIS</a:t>
            </a:r>
            <a:r>
              <a:rPr lang="en-US" sz="2000" dirty="0">
                <a:effectLst/>
              </a:rPr>
              <a:t> – 	</a:t>
            </a:r>
            <a:r>
              <a:rPr lang="ru-RU" sz="2000" dirty="0">
                <a:effectLst/>
              </a:rPr>
              <a:t>хранилище табличных и пространственных данных</a:t>
            </a:r>
          </a:p>
          <a:p>
            <a:pPr indent="176213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</a:rPr>
              <a:t>Docker – </a:t>
            </a:r>
            <a:r>
              <a:rPr lang="ru-RU" sz="2000" dirty="0">
                <a:effectLst/>
              </a:rPr>
              <a:t>контейнеризация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77E56AA-9E71-4865-86B2-7487AF0834CD}"/>
              </a:ext>
            </a:extLst>
          </p:cNvPr>
          <p:cNvSpPr txBox="1"/>
          <p:nvPr/>
        </p:nvSpPr>
        <p:spPr bwMode="auto">
          <a:xfrm>
            <a:off x="8695556" y="3633709"/>
            <a:ext cx="332009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ru-RU" sz="2400" dirty="0">
                <a:effectLst/>
              </a:rPr>
              <a:t>Веб и интеграция:</a:t>
            </a:r>
            <a:endParaRPr lang="ru-RU" sz="24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D2F0856-7BE9-4C2F-B331-BE77728FEA4E}"/>
              </a:ext>
            </a:extLst>
          </p:cNvPr>
          <p:cNvSpPr txBox="1"/>
          <p:nvPr/>
        </p:nvSpPr>
        <p:spPr bwMode="auto">
          <a:xfrm>
            <a:off x="8695557" y="4095374"/>
            <a:ext cx="3585566" cy="163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indent="176213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</a:rPr>
              <a:t>Go (Gin) – backend-</a:t>
            </a:r>
            <a:r>
              <a:rPr lang="ru-RU" sz="2000" dirty="0">
                <a:effectLst/>
              </a:rPr>
              <a:t>шлюз</a:t>
            </a:r>
          </a:p>
          <a:p>
            <a:pPr indent="176213" defTabSz="179388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</a:rPr>
              <a:t>React + Next.js, Tailwind 	CSS – </a:t>
            </a:r>
            <a:r>
              <a:rPr lang="ru-RU" sz="2000" dirty="0">
                <a:effectLst/>
              </a:rPr>
              <a:t>веб-интерфейс</a:t>
            </a:r>
          </a:p>
          <a:p>
            <a:pPr indent="176213">
              <a:buFont typeface="Arial" panose="020B0604020202020204" pitchFamily="34" charset="0"/>
              <a:buChar char="•"/>
              <a:tabLst>
                <a:tab pos="176213" algn="l"/>
              </a:tabLst>
            </a:pPr>
            <a:r>
              <a:rPr lang="en-US" sz="2000" dirty="0" err="1">
                <a:effectLst/>
              </a:rPr>
              <a:t>GoFPDF</a:t>
            </a:r>
            <a:r>
              <a:rPr lang="en-US" sz="2000" dirty="0">
                <a:effectLst/>
              </a:rPr>
              <a:t> – </a:t>
            </a:r>
            <a:r>
              <a:rPr lang="ru-RU" sz="2000" dirty="0">
                <a:effectLst/>
              </a:rPr>
              <a:t>генерация </a:t>
            </a:r>
            <a:r>
              <a:rPr lang="en-US" sz="2000" dirty="0">
                <a:effectLst/>
              </a:rPr>
              <a:t>	HTML/PDF-</a:t>
            </a:r>
            <a:r>
              <a:rPr lang="ru-RU" sz="2000" dirty="0">
                <a:effectLst/>
              </a:rPr>
              <a:t>отчётов</a:t>
            </a:r>
          </a:p>
        </p:txBody>
      </p:sp>
    </p:spTree>
    <p:extLst>
      <p:ext uri="{BB962C8B-B14F-4D97-AF65-F5344CB8AC3E}">
        <p14:creationId xmlns:p14="http://schemas.microsoft.com/office/powerpoint/2010/main" val="27499976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BF0E3610-0341-46E3-B447-3FF270800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619" y="289028"/>
            <a:ext cx="10277095" cy="615553"/>
          </a:xfrm>
        </p:spPr>
        <p:txBody>
          <a:bodyPr/>
          <a:lstStyle/>
          <a:p>
            <a:r>
              <a:rPr lang="ru-RU" sz="4000" dirty="0">
                <a:effectLst/>
              </a:rPr>
              <a:t>Результаты экспериментов</a:t>
            </a:r>
            <a:endParaRPr lang="ru-RU" sz="4000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D7BFB3D-936B-4035-A2AC-C968427096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074" y="2432783"/>
            <a:ext cx="5309908" cy="3063703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03386A8-C4D6-478C-83DD-1773801CD2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0383" y="2151486"/>
            <a:ext cx="5309908" cy="441748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2E616AD-C595-45CE-A021-EAAE02980DEF}"/>
              </a:ext>
            </a:extLst>
          </p:cNvPr>
          <p:cNvSpPr txBox="1"/>
          <p:nvPr/>
        </p:nvSpPr>
        <p:spPr bwMode="auto">
          <a:xfrm>
            <a:off x="979370" y="1314739"/>
            <a:ext cx="7538988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indent="265113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3153A0"/>
                </a:solidFill>
                <a:effectLst/>
              </a:rPr>
              <a:t>MAPE ≈ 13.2% → в среднем ошибка ~15%</a:t>
            </a:r>
          </a:p>
          <a:p>
            <a:pPr indent="265113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3153A0"/>
                </a:solidFill>
                <a:effectLst/>
              </a:rPr>
              <a:t>ТЗ выполнено: точность ≥ 75% (ошибка ≤ 25%)</a:t>
            </a:r>
          </a:p>
        </p:txBody>
      </p:sp>
    </p:spTree>
    <p:extLst>
      <p:ext uri="{BB962C8B-B14F-4D97-AF65-F5344CB8AC3E}">
        <p14:creationId xmlns:p14="http://schemas.microsoft.com/office/powerpoint/2010/main" val="38012644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FB5DCC9E-F865-43D2-9D36-E7EEF73A7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284" y="308692"/>
            <a:ext cx="10277095" cy="615553"/>
          </a:xfrm>
        </p:spPr>
        <p:txBody>
          <a:bodyPr/>
          <a:lstStyle/>
          <a:p>
            <a:r>
              <a:rPr lang="ru-RU" sz="4000" dirty="0">
                <a:effectLst/>
              </a:rPr>
              <a:t>Видео-демонстрация</a:t>
            </a:r>
            <a:endParaRPr lang="ru-RU" sz="4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B01A6C3-2B0E-4096-9AC4-9B77C26D0F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703" y="989862"/>
            <a:ext cx="9875676" cy="5559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1439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8C158ED1-BEEC-4F5F-B6AA-85C1E3789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451" y="318524"/>
            <a:ext cx="10277095" cy="615553"/>
          </a:xfrm>
        </p:spPr>
        <p:txBody>
          <a:bodyPr/>
          <a:lstStyle/>
          <a:p>
            <a:r>
              <a:rPr lang="ru-RU" sz="4000" dirty="0">
                <a:effectLst/>
              </a:rPr>
              <a:t>Заключение</a:t>
            </a:r>
            <a:endParaRPr lang="ru-RU" sz="4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C5FB6E-94B8-482C-8A2B-6FB97F2CAFE8}"/>
              </a:ext>
            </a:extLst>
          </p:cNvPr>
          <p:cNvSpPr txBox="1"/>
          <p:nvPr/>
        </p:nvSpPr>
        <p:spPr bwMode="auto">
          <a:xfrm>
            <a:off x="1120877" y="1905506"/>
            <a:ext cx="10648336" cy="304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indent="354013" defTabSz="354013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3153A0"/>
                </a:solidFill>
                <a:effectLst/>
              </a:rPr>
              <a:t>Реализован сервис оценки аренды: прогноз + интервал + </a:t>
            </a:r>
            <a:r>
              <a:rPr lang="en-US" sz="2400" dirty="0">
                <a:solidFill>
                  <a:srgbClr val="3153A0"/>
                </a:solidFill>
                <a:effectLst/>
              </a:rPr>
              <a:t>	</a:t>
            </a:r>
            <a:r>
              <a:rPr lang="ru-RU" sz="2400" dirty="0">
                <a:solidFill>
                  <a:srgbClr val="3153A0"/>
                </a:solidFill>
                <a:effectLst/>
              </a:rPr>
              <a:t>объяснения + </a:t>
            </a:r>
            <a:r>
              <a:rPr lang="ru-RU" sz="2400" dirty="0" err="1">
                <a:solidFill>
                  <a:srgbClr val="3153A0"/>
                </a:solidFill>
                <a:effectLst/>
              </a:rPr>
              <a:t>компараблы</a:t>
            </a:r>
            <a:r>
              <a:rPr lang="ru-RU" sz="2400" dirty="0">
                <a:solidFill>
                  <a:srgbClr val="3153A0"/>
                </a:solidFill>
                <a:effectLst/>
              </a:rPr>
              <a:t>.</a:t>
            </a:r>
          </a:p>
          <a:p>
            <a:pPr indent="354013">
              <a:buFont typeface="Arial" panose="020B0604020202020204" pitchFamily="34" charset="0"/>
              <a:buChar char="•"/>
              <a:tabLst>
                <a:tab pos="354013" algn="l"/>
              </a:tabLst>
            </a:pPr>
            <a:r>
              <a:rPr lang="ru-RU" sz="2400" dirty="0">
                <a:solidFill>
                  <a:srgbClr val="3153A0"/>
                </a:solidFill>
                <a:effectLst/>
              </a:rPr>
              <a:t>Подготовлен </a:t>
            </a:r>
            <a:r>
              <a:rPr lang="ru-RU" sz="2400" dirty="0" err="1">
                <a:solidFill>
                  <a:srgbClr val="3153A0"/>
                </a:solidFill>
                <a:effectLst/>
              </a:rPr>
              <a:t>датасет</a:t>
            </a:r>
            <a:r>
              <a:rPr lang="ru-RU" sz="2400" dirty="0">
                <a:solidFill>
                  <a:srgbClr val="3153A0"/>
                </a:solidFill>
                <a:effectLst/>
              </a:rPr>
              <a:t> и витрина признаков, выполнено </a:t>
            </a:r>
            <a:r>
              <a:rPr lang="en-US" sz="2400" dirty="0">
                <a:solidFill>
                  <a:srgbClr val="3153A0"/>
                </a:solidFill>
                <a:effectLst/>
              </a:rPr>
              <a:t>	</a:t>
            </a:r>
            <a:r>
              <a:rPr lang="ru-RU" sz="2400" dirty="0">
                <a:solidFill>
                  <a:srgbClr val="3153A0"/>
                </a:solidFill>
                <a:effectLst/>
              </a:rPr>
              <a:t>обучение и </a:t>
            </a:r>
            <a:r>
              <a:rPr lang="en-US" sz="2400" dirty="0">
                <a:solidFill>
                  <a:srgbClr val="3153A0"/>
                </a:solidFill>
                <a:effectLst/>
              </a:rPr>
              <a:t>	</a:t>
            </a:r>
            <a:r>
              <a:rPr lang="ru-RU" sz="2400" dirty="0">
                <a:solidFill>
                  <a:srgbClr val="3153A0"/>
                </a:solidFill>
                <a:effectLst/>
              </a:rPr>
              <a:t>валидация модели.</a:t>
            </a:r>
          </a:p>
          <a:p>
            <a:pPr indent="354013" defTabSz="354013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3153A0"/>
                </a:solidFill>
                <a:effectLst/>
              </a:rPr>
              <a:t>Реализована сервисная архитектура (UI + </a:t>
            </a:r>
            <a:r>
              <a:rPr lang="ru-RU" sz="2400" dirty="0" err="1">
                <a:solidFill>
                  <a:srgbClr val="3153A0"/>
                </a:solidFill>
                <a:effectLst/>
              </a:rPr>
              <a:t>backend</a:t>
            </a:r>
            <a:r>
              <a:rPr lang="ru-RU" sz="2400" dirty="0">
                <a:solidFill>
                  <a:srgbClr val="3153A0"/>
                </a:solidFill>
                <a:effectLst/>
              </a:rPr>
              <a:t> + ML) </a:t>
            </a:r>
            <a:r>
              <a:rPr lang="en-US" sz="2400" dirty="0">
                <a:solidFill>
                  <a:srgbClr val="3153A0"/>
                </a:solidFill>
                <a:effectLst/>
              </a:rPr>
              <a:t>	</a:t>
            </a:r>
            <a:r>
              <a:rPr lang="ru-RU" sz="2400" dirty="0">
                <a:solidFill>
                  <a:srgbClr val="3153A0"/>
                </a:solidFill>
                <a:effectLst/>
              </a:rPr>
              <a:t>и </a:t>
            </a:r>
            <a:r>
              <a:rPr lang="en-US" sz="2400" dirty="0">
                <a:solidFill>
                  <a:srgbClr val="3153A0"/>
                </a:solidFill>
                <a:effectLst/>
              </a:rPr>
              <a:t>	</a:t>
            </a:r>
            <a:r>
              <a:rPr lang="ru-RU" sz="2400" dirty="0">
                <a:solidFill>
                  <a:srgbClr val="3153A0"/>
                </a:solidFill>
                <a:effectLst/>
              </a:rPr>
              <a:t>генерация отчёта.</a:t>
            </a:r>
          </a:p>
          <a:p>
            <a:pPr indent="354013" defTabSz="354013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3153A0"/>
                </a:solidFill>
                <a:effectLst/>
              </a:rPr>
              <a:t>Направления развития: расширение региона/данных, </a:t>
            </a:r>
            <a:r>
              <a:rPr lang="en-US" sz="2400" dirty="0">
                <a:solidFill>
                  <a:srgbClr val="3153A0"/>
                </a:solidFill>
                <a:effectLst/>
              </a:rPr>
              <a:t>	</a:t>
            </a:r>
            <a:r>
              <a:rPr lang="ru-RU" sz="2400" dirty="0">
                <a:solidFill>
                  <a:srgbClr val="3153A0"/>
                </a:solidFill>
                <a:effectLst/>
              </a:rPr>
              <a:t>мониторинг </a:t>
            </a:r>
            <a:r>
              <a:rPr lang="en-US" sz="2400" dirty="0">
                <a:solidFill>
                  <a:srgbClr val="3153A0"/>
                </a:solidFill>
                <a:effectLst/>
              </a:rPr>
              <a:t>	</a:t>
            </a:r>
            <a:r>
              <a:rPr lang="ru-RU" sz="2400" dirty="0">
                <a:solidFill>
                  <a:srgbClr val="3153A0"/>
                </a:solidFill>
                <a:effectLst/>
              </a:rPr>
              <a:t>качества, переобучение.</a:t>
            </a:r>
          </a:p>
        </p:txBody>
      </p:sp>
    </p:spTree>
    <p:extLst>
      <p:ext uri="{BB962C8B-B14F-4D97-AF65-F5344CB8AC3E}">
        <p14:creationId xmlns:p14="http://schemas.microsoft.com/office/powerpoint/2010/main" val="20590015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59A318FD-DF8C-4D09-87DC-AD24124C9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451" y="328356"/>
            <a:ext cx="10277095" cy="615553"/>
          </a:xfrm>
        </p:spPr>
        <p:txBody>
          <a:bodyPr/>
          <a:lstStyle/>
          <a:p>
            <a:r>
              <a:rPr lang="ru-RU" sz="4000" dirty="0">
                <a:effectLst/>
              </a:rPr>
              <a:t>Достижения</a:t>
            </a:r>
            <a:endParaRPr lang="ru-RU" sz="40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24744E6-8949-49F0-B36A-F8871FC0EE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0265" y="1121462"/>
            <a:ext cx="7019963" cy="4928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0240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C2BCA6D-7BFD-430A-9A05-97F25175DD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37C661C-A15E-491A-B4E8-6A8B21435AEE}"/>
              </a:ext>
            </a:extLst>
          </p:cNvPr>
          <p:cNvSpPr txBox="1"/>
          <p:nvPr/>
        </p:nvSpPr>
        <p:spPr bwMode="auto">
          <a:xfrm>
            <a:off x="2207341" y="2967335"/>
            <a:ext cx="777731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l" defTabSz="914400">
              <a:buClr>
                <a:schemeClr val="accent5"/>
              </a:buClr>
              <a:buFontTx/>
              <a:buNone/>
            </a:pPr>
            <a:r>
              <a:rPr lang="ru-RU" sz="6000" dirty="0">
                <a:solidFill>
                  <a:schemeClr val="bg1"/>
                </a:solidFill>
              </a:rPr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120317974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heme/theme1.xml><?xml version="1.0" encoding="utf-8"?>
<a:theme xmlns:a="http://schemas.openxmlformats.org/drawingml/2006/main" name="1_Theme1">
  <a:themeElements>
    <a:clrScheme name="МИРЭА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D7D7DD"/>
      </a:accent1>
      <a:accent2>
        <a:srgbClr val="AAAAB4"/>
      </a:accent2>
      <a:accent3>
        <a:srgbClr val="8291A2"/>
      </a:accent3>
      <a:accent4>
        <a:srgbClr val="2E2E37"/>
      </a:accent4>
      <a:accent5>
        <a:srgbClr val="365CA7"/>
      </a:accent5>
      <a:accent6>
        <a:srgbClr val="60C2CE"/>
      </a:accent6>
      <a:hlink>
        <a:srgbClr val="00B0F0"/>
      </a:hlink>
      <a:folHlink>
        <a:srgbClr val="F38B00"/>
      </a:folHlink>
    </a:clrScheme>
    <a:fontScheme name="Другая 5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9525">
          <a:solidFill>
            <a:schemeClr val="bg1">
              <a:lumMod val="50000"/>
            </a:schemeClr>
          </a:solidFill>
        </a:ln>
      </a:spPr>
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1">
              <a:lumMod val="50000"/>
            </a:schemeClr>
          </a:solidFill>
          <a:prstDash val="solid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 w="9525">
          <a:noFill/>
          <a:miter lim="800000"/>
          <a:headEnd/>
          <a:tailEnd/>
        </a:ln>
        <a:effectLst/>
      </a:spPr>
      <a:bodyPr vert="horz" wrap="square" lIns="0" tIns="0" rIns="0" bIns="0" numCol="1" rtlCol="0" anchor="t" anchorCtr="0" compatLnSpc="1">
        <a:prstTxWarp prst="textNoShape">
          <a:avLst/>
        </a:prstTxWarp>
        <a:spAutoFit/>
      </a:bodyPr>
      <a:lstStyle>
        <a:defPPr marL="0" indent="0" algn="l" defTabSz="914400">
          <a:buClr>
            <a:schemeClr val="accent5"/>
          </a:buClr>
          <a:buFontTx/>
          <a:buNone/>
          <a:defRPr sz="12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heme1" id="{7C499AD0-37E7-4D73-882D-85DFFB0C3C23}" vid="{D7DDE6F1-CC3D-4551-813D-6570B9542BC1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Arial"/>
        <a:font script="Hebr" typeface="Arial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Arial"/>
        <a:font script="Hebr" typeface="Arial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18893</TotalTime>
  <Words>429</Words>
  <Application>Microsoft Office PowerPoint</Application>
  <PresentationFormat>Широкоэкранный</PresentationFormat>
  <Paragraphs>58</Paragraphs>
  <Slides>14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Wingdings</vt:lpstr>
      <vt:lpstr>Arial</vt:lpstr>
      <vt:lpstr>1_Theme1</vt:lpstr>
      <vt:lpstr>Слайд think-cell</vt:lpstr>
      <vt:lpstr>Презентация PowerPoint</vt:lpstr>
      <vt:lpstr>Актуальность</vt:lpstr>
      <vt:lpstr>Объект, предмет, область применения</vt:lpstr>
      <vt:lpstr>Цель и задачи</vt:lpstr>
      <vt:lpstr>Презентация PowerPoint</vt:lpstr>
      <vt:lpstr>Презентация PowerPoint</vt:lpstr>
      <vt:lpstr>Методы и модель</vt:lpstr>
      <vt:lpstr>Архитектура системы</vt:lpstr>
      <vt:lpstr>Используемые технологии</vt:lpstr>
      <vt:lpstr>Результаты экспериментов</vt:lpstr>
      <vt:lpstr>Видео-демонстрация</vt:lpstr>
      <vt:lpstr>Заключение</vt:lpstr>
      <vt:lpstr>Достижения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HP</dc:creator>
  <cp:lastModifiedBy>Grigor Ogannisyan</cp:lastModifiedBy>
  <cp:revision>931</cp:revision>
  <dcterms:created xsi:type="dcterms:W3CDTF">2021-05-24T15:42:45Z</dcterms:created>
  <dcterms:modified xsi:type="dcterms:W3CDTF">2026-06-03T15:18:44Z</dcterms:modified>
</cp:coreProperties>
</file>