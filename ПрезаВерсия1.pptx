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44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7890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18028" y="4342758"/>
            <a:ext cx="7659657" cy="1187750"/>
            <a:chOff x="6218028" y="4342758"/>
            <a:chExt cx="7659657" cy="11877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51236" y="4342758"/>
              <a:ext cx="3001135" cy="1739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8028" y="4715416"/>
              <a:ext cx="7659657" cy="815092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58271" y="5703309"/>
            <a:ext cx="1778618" cy="21749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26424" y="6139456"/>
            <a:ext cx="4054809" cy="22872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46050" y="6963179"/>
            <a:ext cx="16650476" cy="68025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381955" y="10378426"/>
            <a:ext cx="7550080" cy="64191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C7571C6-0A14-4D95-AD4F-E8C4656030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3691" y="166847"/>
            <a:ext cx="3607778" cy="39772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042" y="701385"/>
            <a:ext cx="5904597" cy="89771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1023" y="2719812"/>
            <a:ext cx="17510153" cy="60201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6529" y="684206"/>
            <a:ext cx="16728221" cy="91293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3701" y="2883645"/>
            <a:ext cx="17459025" cy="56917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350" y="716601"/>
            <a:ext cx="5938464" cy="85697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76497" y="2687581"/>
            <a:ext cx="16916942" cy="150764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4995081"/>
            <a:ext cx="20104100" cy="10160"/>
          </a:xfrm>
          <a:custGeom>
            <a:avLst/>
            <a:gdLst/>
            <a:ahLst/>
            <a:cxnLst/>
            <a:rect l="l" t="t" r="r" b="b"/>
            <a:pathLst>
              <a:path w="20104100" h="10160">
                <a:moveTo>
                  <a:pt x="20104100" y="0"/>
                </a:moveTo>
                <a:lnTo>
                  <a:pt x="0" y="0"/>
                </a:lnTo>
                <a:lnTo>
                  <a:pt x="0" y="5080"/>
                </a:lnTo>
                <a:lnTo>
                  <a:pt x="0" y="10160"/>
                </a:lnTo>
                <a:lnTo>
                  <a:pt x="20104100" y="10160"/>
                </a:lnTo>
                <a:lnTo>
                  <a:pt x="20104100" y="5080"/>
                </a:lnTo>
                <a:lnTo>
                  <a:pt x="20104100" y="0"/>
                </a:lnTo>
                <a:close/>
              </a:path>
            </a:pathLst>
          </a:custGeom>
          <a:solidFill>
            <a:srgbClr val="9C9C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82990" y="2726520"/>
            <a:ext cx="643255" cy="1564005"/>
          </a:xfrm>
          <a:custGeom>
            <a:avLst/>
            <a:gdLst/>
            <a:ahLst/>
            <a:cxnLst/>
            <a:rect l="l" t="t" r="r" b="b"/>
            <a:pathLst>
              <a:path w="643255" h="1564004">
                <a:moveTo>
                  <a:pt x="0" y="1348412"/>
                </a:moveTo>
                <a:lnTo>
                  <a:pt x="0" y="1563393"/>
                </a:lnTo>
                <a:lnTo>
                  <a:pt x="13620" y="1563393"/>
                </a:lnTo>
                <a:lnTo>
                  <a:pt x="15092" y="1542295"/>
                </a:lnTo>
                <a:lnTo>
                  <a:pt x="18037" y="1525385"/>
                </a:lnTo>
                <a:lnTo>
                  <a:pt x="50616" y="1494463"/>
                </a:lnTo>
                <a:lnTo>
                  <a:pt x="90924" y="1491242"/>
                </a:lnTo>
                <a:lnTo>
                  <a:pt x="409346" y="1491281"/>
                </a:lnTo>
                <a:lnTo>
                  <a:pt x="448550" y="1494463"/>
                </a:lnTo>
                <a:lnTo>
                  <a:pt x="481129" y="1525385"/>
                </a:lnTo>
                <a:lnTo>
                  <a:pt x="485546" y="1563393"/>
                </a:lnTo>
                <a:lnTo>
                  <a:pt x="499166" y="1563393"/>
                </a:lnTo>
                <a:lnTo>
                  <a:pt x="499166" y="1224725"/>
                </a:lnTo>
                <a:lnTo>
                  <a:pt x="501881" y="1187752"/>
                </a:lnTo>
                <a:lnTo>
                  <a:pt x="523600" y="1129406"/>
                </a:lnTo>
                <a:lnTo>
                  <a:pt x="565151" y="1090799"/>
                </a:lnTo>
                <a:lnTo>
                  <a:pt x="615215" y="1066688"/>
                </a:lnTo>
                <a:lnTo>
                  <a:pt x="642732" y="1059809"/>
                </a:lnTo>
                <a:lnTo>
                  <a:pt x="642732" y="1047293"/>
                </a:lnTo>
                <a:lnTo>
                  <a:pt x="485546" y="1047293"/>
                </a:lnTo>
                <a:lnTo>
                  <a:pt x="484764" y="1068666"/>
                </a:lnTo>
                <a:lnTo>
                  <a:pt x="482417" y="1085669"/>
                </a:lnTo>
                <a:lnTo>
                  <a:pt x="478506" y="1098300"/>
                </a:lnTo>
                <a:lnTo>
                  <a:pt x="473030" y="1106559"/>
                </a:lnTo>
                <a:lnTo>
                  <a:pt x="471926" y="1107216"/>
                </a:lnTo>
                <a:lnTo>
                  <a:pt x="471926" y="1371972"/>
                </a:lnTo>
                <a:lnTo>
                  <a:pt x="468198" y="1412212"/>
                </a:lnTo>
                <a:lnTo>
                  <a:pt x="432514" y="1420421"/>
                </a:lnTo>
                <a:lnTo>
                  <a:pt x="430650" y="1420451"/>
                </a:lnTo>
                <a:lnTo>
                  <a:pt x="90924" y="1420563"/>
                </a:lnTo>
                <a:lnTo>
                  <a:pt x="50616" y="1417342"/>
                </a:lnTo>
                <a:lnTo>
                  <a:pt x="18037" y="1386420"/>
                </a:lnTo>
                <a:lnTo>
                  <a:pt x="13620" y="1348412"/>
                </a:lnTo>
                <a:lnTo>
                  <a:pt x="0" y="1348412"/>
                </a:lnTo>
                <a:close/>
              </a:path>
              <a:path w="643255" h="1564004">
                <a:moveTo>
                  <a:pt x="0" y="1046188"/>
                </a:moveTo>
                <a:lnTo>
                  <a:pt x="0" y="1261905"/>
                </a:lnTo>
                <a:lnTo>
                  <a:pt x="13620" y="1261905"/>
                </a:lnTo>
                <a:lnTo>
                  <a:pt x="15092" y="1240485"/>
                </a:lnTo>
                <a:lnTo>
                  <a:pt x="18037" y="1223345"/>
                </a:lnTo>
                <a:lnTo>
                  <a:pt x="50616" y="1192239"/>
                </a:lnTo>
                <a:lnTo>
                  <a:pt x="90924" y="1189018"/>
                </a:lnTo>
                <a:lnTo>
                  <a:pt x="423702" y="1189105"/>
                </a:lnTo>
                <a:lnTo>
                  <a:pt x="430650" y="1189193"/>
                </a:lnTo>
                <a:lnTo>
                  <a:pt x="435045" y="1189248"/>
                </a:lnTo>
                <a:lnTo>
                  <a:pt x="448550" y="1189906"/>
                </a:lnTo>
                <a:lnTo>
                  <a:pt x="449194" y="1189938"/>
                </a:lnTo>
                <a:lnTo>
                  <a:pt x="459157" y="1191088"/>
                </a:lnTo>
                <a:lnTo>
                  <a:pt x="464931" y="1192699"/>
                </a:lnTo>
                <a:lnTo>
                  <a:pt x="467991" y="1197254"/>
                </a:lnTo>
                <a:lnTo>
                  <a:pt x="470269" y="1207660"/>
                </a:lnTo>
                <a:lnTo>
                  <a:pt x="470269" y="1208321"/>
                </a:lnTo>
                <a:lnTo>
                  <a:pt x="471511" y="1222925"/>
                </a:lnTo>
                <a:lnTo>
                  <a:pt x="471511" y="1223751"/>
                </a:lnTo>
                <a:lnTo>
                  <a:pt x="471926" y="1243499"/>
                </a:lnTo>
                <a:lnTo>
                  <a:pt x="471926" y="1107216"/>
                </a:lnTo>
                <a:lnTo>
                  <a:pt x="464356" y="1111713"/>
                </a:lnTo>
                <a:lnTo>
                  <a:pt x="450851" y="1115394"/>
                </a:lnTo>
                <a:lnTo>
                  <a:pt x="432514" y="1117603"/>
                </a:lnTo>
                <a:lnTo>
                  <a:pt x="409346" y="1118339"/>
                </a:lnTo>
                <a:lnTo>
                  <a:pt x="90924" y="1118339"/>
                </a:lnTo>
                <a:lnTo>
                  <a:pt x="50616" y="1115118"/>
                </a:lnTo>
                <a:lnTo>
                  <a:pt x="18037" y="1084196"/>
                </a:lnTo>
                <a:lnTo>
                  <a:pt x="13620" y="1046188"/>
                </a:lnTo>
                <a:lnTo>
                  <a:pt x="0" y="1046188"/>
                </a:lnTo>
                <a:close/>
              </a:path>
              <a:path w="643255" h="1564004">
                <a:moveTo>
                  <a:pt x="151664" y="848509"/>
                </a:moveTo>
                <a:lnTo>
                  <a:pt x="163812" y="909893"/>
                </a:lnTo>
                <a:lnTo>
                  <a:pt x="200255" y="960049"/>
                </a:lnTo>
                <a:lnTo>
                  <a:pt x="258050" y="993179"/>
                </a:lnTo>
                <a:lnTo>
                  <a:pt x="334986" y="1004223"/>
                </a:lnTo>
                <a:lnTo>
                  <a:pt x="372902" y="1001531"/>
                </a:lnTo>
                <a:lnTo>
                  <a:pt x="436586" y="979996"/>
                </a:lnTo>
                <a:lnTo>
                  <a:pt x="482969" y="938353"/>
                </a:lnTo>
                <a:lnTo>
                  <a:pt x="506529" y="886264"/>
                </a:lnTo>
                <a:lnTo>
                  <a:pt x="509474" y="856976"/>
                </a:lnTo>
                <a:lnTo>
                  <a:pt x="506897" y="830173"/>
                </a:lnTo>
                <a:lnTo>
                  <a:pt x="499166" y="805716"/>
                </a:lnTo>
                <a:lnTo>
                  <a:pt x="486282" y="783606"/>
                </a:lnTo>
                <a:lnTo>
                  <a:pt x="468244" y="763842"/>
                </a:lnTo>
                <a:lnTo>
                  <a:pt x="449470" y="749115"/>
                </a:lnTo>
                <a:lnTo>
                  <a:pt x="449470" y="828999"/>
                </a:lnTo>
                <a:lnTo>
                  <a:pt x="446894" y="852213"/>
                </a:lnTo>
                <a:lnTo>
                  <a:pt x="446894" y="852784"/>
                </a:lnTo>
                <a:lnTo>
                  <a:pt x="438795" y="875474"/>
                </a:lnTo>
                <a:lnTo>
                  <a:pt x="406769" y="915507"/>
                </a:lnTo>
                <a:lnTo>
                  <a:pt x="355969" y="943023"/>
                </a:lnTo>
                <a:lnTo>
                  <a:pt x="288971" y="951950"/>
                </a:lnTo>
                <a:lnTo>
                  <a:pt x="288971" y="718932"/>
                </a:lnTo>
                <a:lnTo>
                  <a:pt x="267621" y="720569"/>
                </a:lnTo>
                <a:lnTo>
                  <a:pt x="267621" y="951950"/>
                </a:lnTo>
                <a:lnTo>
                  <a:pt x="247627" y="948683"/>
                </a:lnTo>
                <a:lnTo>
                  <a:pt x="201728" y="923973"/>
                </a:lnTo>
                <a:lnTo>
                  <a:pt x="179296" y="884010"/>
                </a:lnTo>
                <a:lnTo>
                  <a:pt x="177800" y="869124"/>
                </a:lnTo>
                <a:lnTo>
                  <a:pt x="177800" y="768913"/>
                </a:lnTo>
                <a:lnTo>
                  <a:pt x="172784" y="774863"/>
                </a:lnTo>
                <a:lnTo>
                  <a:pt x="161051" y="796881"/>
                </a:lnTo>
                <a:lnTo>
                  <a:pt x="154010" y="821430"/>
                </a:lnTo>
                <a:lnTo>
                  <a:pt x="151664" y="848509"/>
                </a:lnTo>
                <a:close/>
              </a:path>
              <a:path w="643255" h="1564004">
                <a:moveTo>
                  <a:pt x="368853" y="730344"/>
                </a:moveTo>
                <a:lnTo>
                  <a:pt x="406585" y="748934"/>
                </a:lnTo>
                <a:lnTo>
                  <a:pt x="439324" y="784273"/>
                </a:lnTo>
                <a:lnTo>
                  <a:pt x="449470" y="828999"/>
                </a:lnTo>
                <a:lnTo>
                  <a:pt x="449470" y="749115"/>
                </a:lnTo>
                <a:lnTo>
                  <a:pt x="446894" y="747093"/>
                </a:lnTo>
                <a:lnTo>
                  <a:pt x="424438" y="734025"/>
                </a:lnTo>
                <a:lnTo>
                  <a:pt x="400879" y="724638"/>
                </a:lnTo>
                <a:lnTo>
                  <a:pt x="376215" y="718932"/>
                </a:lnTo>
                <a:lnTo>
                  <a:pt x="368853" y="730344"/>
                </a:lnTo>
                <a:close/>
              </a:path>
              <a:path w="643255" h="1564004">
                <a:moveTo>
                  <a:pt x="177800" y="768913"/>
                </a:moveTo>
                <a:lnTo>
                  <a:pt x="177800" y="869124"/>
                </a:lnTo>
                <a:lnTo>
                  <a:pt x="178536" y="859300"/>
                </a:lnTo>
                <a:lnTo>
                  <a:pt x="180745" y="849706"/>
                </a:lnTo>
                <a:lnTo>
                  <a:pt x="203568" y="815103"/>
                </a:lnTo>
                <a:lnTo>
                  <a:pt x="240012" y="798722"/>
                </a:lnTo>
                <a:lnTo>
                  <a:pt x="267621" y="795869"/>
                </a:lnTo>
                <a:lnTo>
                  <a:pt x="267621" y="720569"/>
                </a:lnTo>
                <a:lnTo>
                  <a:pt x="259269" y="721210"/>
                </a:lnTo>
                <a:lnTo>
                  <a:pt x="232742" y="728043"/>
                </a:lnTo>
                <a:lnTo>
                  <a:pt x="209389" y="739432"/>
                </a:lnTo>
                <a:lnTo>
                  <a:pt x="189212" y="755376"/>
                </a:lnTo>
                <a:lnTo>
                  <a:pt x="177800" y="768913"/>
                </a:lnTo>
                <a:close/>
              </a:path>
              <a:path w="643255" h="1564004">
                <a:moveTo>
                  <a:pt x="435850" y="665555"/>
                </a:moveTo>
                <a:lnTo>
                  <a:pt x="435850" y="673654"/>
                </a:lnTo>
                <a:lnTo>
                  <a:pt x="438672" y="680280"/>
                </a:lnTo>
                <a:lnTo>
                  <a:pt x="444317" y="685433"/>
                </a:lnTo>
                <a:lnTo>
                  <a:pt x="449961" y="690342"/>
                </a:lnTo>
                <a:lnTo>
                  <a:pt x="457017" y="692733"/>
                </a:lnTo>
                <a:lnTo>
                  <a:pt x="466036" y="692796"/>
                </a:lnTo>
                <a:lnTo>
                  <a:pt x="482440" y="689966"/>
                </a:lnTo>
                <a:lnTo>
                  <a:pt x="483107" y="689851"/>
                </a:lnTo>
                <a:lnTo>
                  <a:pt x="495301" y="681016"/>
                </a:lnTo>
                <a:lnTo>
                  <a:pt x="502617" y="666291"/>
                </a:lnTo>
                <a:lnTo>
                  <a:pt x="505056" y="645677"/>
                </a:lnTo>
                <a:lnTo>
                  <a:pt x="504090" y="632448"/>
                </a:lnTo>
                <a:lnTo>
                  <a:pt x="480645" y="587675"/>
                </a:lnTo>
                <a:lnTo>
                  <a:pt x="460514" y="575385"/>
                </a:lnTo>
                <a:lnTo>
                  <a:pt x="460514" y="619909"/>
                </a:lnTo>
                <a:lnTo>
                  <a:pt x="459640" y="624027"/>
                </a:lnTo>
                <a:lnTo>
                  <a:pt x="457017" y="629020"/>
                </a:lnTo>
                <a:lnTo>
                  <a:pt x="452645" y="634886"/>
                </a:lnTo>
                <a:lnTo>
                  <a:pt x="446525" y="641628"/>
                </a:lnTo>
                <a:lnTo>
                  <a:pt x="441855" y="647264"/>
                </a:lnTo>
                <a:lnTo>
                  <a:pt x="438519" y="653131"/>
                </a:lnTo>
                <a:lnTo>
                  <a:pt x="436517" y="659228"/>
                </a:lnTo>
                <a:lnTo>
                  <a:pt x="435850" y="665555"/>
                </a:lnTo>
                <a:close/>
              </a:path>
              <a:path w="643255" h="1564004">
                <a:moveTo>
                  <a:pt x="185899" y="378152"/>
                </a:moveTo>
                <a:lnTo>
                  <a:pt x="185899" y="449470"/>
                </a:lnTo>
                <a:lnTo>
                  <a:pt x="422000" y="449516"/>
                </a:lnTo>
                <a:lnTo>
                  <a:pt x="432905" y="449767"/>
                </a:lnTo>
                <a:lnTo>
                  <a:pt x="435850" y="449835"/>
                </a:lnTo>
                <a:lnTo>
                  <a:pt x="437576" y="449911"/>
                </a:lnTo>
                <a:lnTo>
                  <a:pt x="449961" y="450967"/>
                </a:lnTo>
                <a:lnTo>
                  <a:pt x="450759" y="451035"/>
                </a:lnTo>
                <a:lnTo>
                  <a:pt x="482601" y="473030"/>
                </a:lnTo>
                <a:lnTo>
                  <a:pt x="485546" y="512050"/>
                </a:lnTo>
                <a:lnTo>
                  <a:pt x="499166" y="512050"/>
                </a:lnTo>
                <a:lnTo>
                  <a:pt x="499166" y="337563"/>
                </a:lnTo>
                <a:lnTo>
                  <a:pt x="485546" y="337563"/>
                </a:lnTo>
                <a:lnTo>
                  <a:pt x="485201" y="349389"/>
                </a:lnTo>
                <a:lnTo>
                  <a:pt x="484165" y="359098"/>
                </a:lnTo>
                <a:lnTo>
                  <a:pt x="461296" y="386348"/>
                </a:lnTo>
                <a:lnTo>
                  <a:pt x="460951" y="386453"/>
                </a:lnTo>
                <a:lnTo>
                  <a:pt x="451219" y="387719"/>
                </a:lnTo>
                <a:lnTo>
                  <a:pt x="438672" y="388417"/>
                </a:lnTo>
                <a:lnTo>
                  <a:pt x="435850" y="388503"/>
                </a:lnTo>
                <a:lnTo>
                  <a:pt x="422000" y="388703"/>
                </a:lnTo>
                <a:lnTo>
                  <a:pt x="235088" y="388632"/>
                </a:lnTo>
                <a:lnTo>
                  <a:pt x="193261" y="383946"/>
                </a:lnTo>
                <a:lnTo>
                  <a:pt x="188353" y="380755"/>
                </a:lnTo>
                <a:lnTo>
                  <a:pt x="185899" y="378152"/>
                </a:lnTo>
                <a:close/>
              </a:path>
              <a:path w="643255" h="1564004">
                <a:moveTo>
                  <a:pt x="161971" y="337563"/>
                </a:moveTo>
                <a:lnTo>
                  <a:pt x="161971" y="639051"/>
                </a:lnTo>
                <a:lnTo>
                  <a:pt x="175959" y="639051"/>
                </a:lnTo>
                <a:lnTo>
                  <a:pt x="177869" y="623567"/>
                </a:lnTo>
                <a:lnTo>
                  <a:pt x="181113" y="610993"/>
                </a:lnTo>
                <a:lnTo>
                  <a:pt x="181113" y="611162"/>
                </a:lnTo>
                <a:lnTo>
                  <a:pt x="185415" y="602400"/>
                </a:lnTo>
                <a:lnTo>
                  <a:pt x="191052" y="596717"/>
                </a:lnTo>
                <a:lnTo>
                  <a:pt x="200117" y="593013"/>
                </a:lnTo>
                <a:lnTo>
                  <a:pt x="214796" y="590367"/>
                </a:lnTo>
                <a:lnTo>
                  <a:pt x="235088" y="588780"/>
                </a:lnTo>
                <a:lnTo>
                  <a:pt x="260994" y="588251"/>
                </a:lnTo>
                <a:lnTo>
                  <a:pt x="335354" y="588251"/>
                </a:lnTo>
                <a:lnTo>
                  <a:pt x="365310" y="588700"/>
                </a:lnTo>
                <a:lnTo>
                  <a:pt x="367541" y="588734"/>
                </a:lnTo>
                <a:lnTo>
                  <a:pt x="416317" y="592599"/>
                </a:lnTo>
                <a:lnTo>
                  <a:pt x="453612" y="605644"/>
                </a:lnTo>
                <a:lnTo>
                  <a:pt x="460514" y="619909"/>
                </a:lnTo>
                <a:lnTo>
                  <a:pt x="460514" y="575385"/>
                </a:lnTo>
                <a:lnTo>
                  <a:pt x="422000" y="565887"/>
                </a:lnTo>
                <a:lnTo>
                  <a:pt x="367541" y="562305"/>
                </a:lnTo>
                <a:lnTo>
                  <a:pt x="185899" y="561746"/>
                </a:lnTo>
                <a:lnTo>
                  <a:pt x="185899" y="378152"/>
                </a:lnTo>
                <a:lnTo>
                  <a:pt x="175959" y="337563"/>
                </a:lnTo>
                <a:lnTo>
                  <a:pt x="161971" y="337563"/>
                </a:lnTo>
                <a:close/>
              </a:path>
              <a:path w="643255" h="1564004">
                <a:moveTo>
                  <a:pt x="161971" y="127736"/>
                </a:moveTo>
                <a:lnTo>
                  <a:pt x="161971" y="304064"/>
                </a:lnTo>
                <a:lnTo>
                  <a:pt x="175959" y="304064"/>
                </a:lnTo>
                <a:lnTo>
                  <a:pt x="176328" y="292100"/>
                </a:lnTo>
                <a:lnTo>
                  <a:pt x="177432" y="282345"/>
                </a:lnTo>
                <a:lnTo>
                  <a:pt x="209826" y="253908"/>
                </a:lnTo>
                <a:lnTo>
                  <a:pt x="221859" y="253237"/>
                </a:lnTo>
                <a:lnTo>
                  <a:pt x="223447" y="253149"/>
                </a:lnTo>
                <a:lnTo>
                  <a:pt x="241116" y="252896"/>
                </a:lnTo>
                <a:lnTo>
                  <a:pt x="420665" y="252915"/>
                </a:lnTo>
                <a:lnTo>
                  <a:pt x="438979" y="253471"/>
                </a:lnTo>
                <a:lnTo>
                  <a:pt x="478920" y="268173"/>
                </a:lnTo>
                <a:lnTo>
                  <a:pt x="485546" y="304064"/>
                </a:lnTo>
                <a:lnTo>
                  <a:pt x="499166" y="304064"/>
                </a:lnTo>
                <a:lnTo>
                  <a:pt x="499166" y="142093"/>
                </a:lnTo>
                <a:lnTo>
                  <a:pt x="497556" y="109698"/>
                </a:lnTo>
                <a:lnTo>
                  <a:pt x="492724" y="81353"/>
                </a:lnTo>
                <a:lnTo>
                  <a:pt x="484672" y="57058"/>
                </a:lnTo>
                <a:lnTo>
                  <a:pt x="475239" y="40117"/>
                </a:lnTo>
                <a:lnTo>
                  <a:pt x="475239" y="153136"/>
                </a:lnTo>
                <a:lnTo>
                  <a:pt x="474917" y="162891"/>
                </a:lnTo>
                <a:lnTo>
                  <a:pt x="474019" y="171950"/>
                </a:lnTo>
                <a:lnTo>
                  <a:pt x="474019" y="172228"/>
                </a:lnTo>
                <a:lnTo>
                  <a:pt x="472340" y="182402"/>
                </a:lnTo>
                <a:lnTo>
                  <a:pt x="470085" y="192157"/>
                </a:lnTo>
                <a:lnTo>
                  <a:pt x="336090" y="192157"/>
                </a:lnTo>
                <a:lnTo>
                  <a:pt x="335845" y="182095"/>
                </a:lnTo>
                <a:lnTo>
                  <a:pt x="335845" y="36355"/>
                </a:lnTo>
                <a:lnTo>
                  <a:pt x="334618" y="37547"/>
                </a:lnTo>
                <a:lnTo>
                  <a:pt x="317224" y="84482"/>
                </a:lnTo>
                <a:lnTo>
                  <a:pt x="312163" y="141847"/>
                </a:lnTo>
                <a:lnTo>
                  <a:pt x="312163" y="192157"/>
                </a:lnTo>
                <a:lnTo>
                  <a:pt x="241116" y="192157"/>
                </a:lnTo>
                <a:lnTo>
                  <a:pt x="223447" y="191840"/>
                </a:lnTo>
                <a:lnTo>
                  <a:pt x="221859" y="191812"/>
                </a:lnTo>
                <a:lnTo>
                  <a:pt x="207157" y="190776"/>
                </a:lnTo>
                <a:lnTo>
                  <a:pt x="177064" y="157185"/>
                </a:lnTo>
                <a:lnTo>
                  <a:pt x="176328" y="145651"/>
                </a:lnTo>
                <a:lnTo>
                  <a:pt x="176328" y="149700"/>
                </a:lnTo>
                <a:lnTo>
                  <a:pt x="175959" y="127736"/>
                </a:lnTo>
                <a:lnTo>
                  <a:pt x="161971" y="127736"/>
                </a:lnTo>
                <a:close/>
              </a:path>
              <a:path w="643255" h="1564004">
                <a:moveTo>
                  <a:pt x="335845" y="36355"/>
                </a:moveTo>
                <a:lnTo>
                  <a:pt x="335845" y="167403"/>
                </a:lnTo>
                <a:lnTo>
                  <a:pt x="340140" y="125596"/>
                </a:lnTo>
                <a:lnTo>
                  <a:pt x="353392" y="94882"/>
                </a:lnTo>
                <a:lnTo>
                  <a:pt x="375479" y="76453"/>
                </a:lnTo>
                <a:lnTo>
                  <a:pt x="406401" y="70310"/>
                </a:lnTo>
                <a:lnTo>
                  <a:pt x="420021" y="71694"/>
                </a:lnTo>
                <a:lnTo>
                  <a:pt x="420665" y="71759"/>
                </a:lnTo>
                <a:lnTo>
                  <a:pt x="455728" y="93501"/>
                </a:lnTo>
                <a:lnTo>
                  <a:pt x="474019" y="135605"/>
                </a:lnTo>
                <a:lnTo>
                  <a:pt x="475239" y="153136"/>
                </a:lnTo>
                <a:lnTo>
                  <a:pt x="475239" y="40117"/>
                </a:lnTo>
                <a:lnTo>
                  <a:pt x="443028" y="9202"/>
                </a:lnTo>
                <a:lnTo>
                  <a:pt x="404192" y="0"/>
                </a:lnTo>
                <a:lnTo>
                  <a:pt x="363607" y="9386"/>
                </a:lnTo>
                <a:lnTo>
                  <a:pt x="335845" y="36355"/>
                </a:lnTo>
                <a:close/>
              </a:path>
              <a:path w="643255" h="1564004">
                <a:moveTo>
                  <a:pt x="311427" y="150191"/>
                </a:moveTo>
                <a:lnTo>
                  <a:pt x="312163" y="192157"/>
                </a:lnTo>
                <a:lnTo>
                  <a:pt x="312163" y="141847"/>
                </a:lnTo>
                <a:lnTo>
                  <a:pt x="311427" y="1501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1578" y="6775398"/>
            <a:ext cx="604080" cy="21509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76497" y="5368128"/>
            <a:ext cx="16814114" cy="50646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042" y="701385"/>
            <a:ext cx="7173865" cy="69451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07896" y="2438080"/>
            <a:ext cx="8726337" cy="390056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5172" y="2434399"/>
            <a:ext cx="9551165" cy="39032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66997" y="8410411"/>
            <a:ext cx="12868390" cy="15920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3951" y="716601"/>
            <a:ext cx="9077766" cy="85697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2970" y="2539844"/>
            <a:ext cx="16804134" cy="75822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877" y="716601"/>
            <a:ext cx="7434001" cy="7902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2970" y="2539844"/>
            <a:ext cx="18261551" cy="74480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042" y="701385"/>
            <a:ext cx="9359008" cy="89771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6202" y="471189"/>
            <a:ext cx="6251118" cy="104813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350" y="716601"/>
            <a:ext cx="11334569" cy="8824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4150" y="6111561"/>
            <a:ext cx="5360275" cy="4564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82690" y="6582750"/>
            <a:ext cx="5935764" cy="45744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819441" y="6111561"/>
            <a:ext cx="3855412" cy="45646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855800" y="2324537"/>
            <a:ext cx="2654935" cy="2806700"/>
          </a:xfrm>
          <a:custGeom>
            <a:avLst/>
            <a:gdLst/>
            <a:ahLst/>
            <a:cxnLst/>
            <a:rect l="l" t="t" r="r" b="b"/>
            <a:pathLst>
              <a:path w="2654935" h="2806700">
                <a:moveTo>
                  <a:pt x="1838934" y="1348359"/>
                </a:moveTo>
                <a:lnTo>
                  <a:pt x="1838807" y="715225"/>
                </a:lnTo>
                <a:lnTo>
                  <a:pt x="1838756" y="459536"/>
                </a:lnTo>
                <a:lnTo>
                  <a:pt x="1838756" y="437692"/>
                </a:lnTo>
                <a:lnTo>
                  <a:pt x="1836178" y="390004"/>
                </a:lnTo>
                <a:lnTo>
                  <a:pt x="1828660" y="343801"/>
                </a:lnTo>
                <a:lnTo>
                  <a:pt x="1825434" y="332092"/>
                </a:lnTo>
                <a:lnTo>
                  <a:pt x="1816442" y="299351"/>
                </a:lnTo>
                <a:lnTo>
                  <a:pt x="1799793" y="256921"/>
                </a:lnTo>
                <a:lnTo>
                  <a:pt x="1778990" y="216789"/>
                </a:lnTo>
                <a:lnTo>
                  <a:pt x="1754301" y="179197"/>
                </a:lnTo>
                <a:lnTo>
                  <a:pt x="1725980" y="144437"/>
                </a:lnTo>
                <a:lnTo>
                  <a:pt x="1694307" y="112763"/>
                </a:lnTo>
                <a:lnTo>
                  <a:pt x="1659547" y="84455"/>
                </a:lnTo>
                <a:lnTo>
                  <a:pt x="1621955" y="59766"/>
                </a:lnTo>
                <a:lnTo>
                  <a:pt x="1581810" y="38963"/>
                </a:lnTo>
                <a:lnTo>
                  <a:pt x="1539367" y="22313"/>
                </a:lnTo>
                <a:lnTo>
                  <a:pt x="1494917" y="10096"/>
                </a:lnTo>
                <a:lnTo>
                  <a:pt x="1448701" y="2578"/>
                </a:lnTo>
                <a:lnTo>
                  <a:pt x="1400987" y="0"/>
                </a:lnTo>
                <a:lnTo>
                  <a:pt x="1138377" y="0"/>
                </a:lnTo>
                <a:lnTo>
                  <a:pt x="1090663" y="2578"/>
                </a:lnTo>
                <a:lnTo>
                  <a:pt x="1044460" y="10096"/>
                </a:lnTo>
                <a:lnTo>
                  <a:pt x="999998" y="22313"/>
                </a:lnTo>
                <a:lnTo>
                  <a:pt x="991692" y="25577"/>
                </a:lnTo>
                <a:lnTo>
                  <a:pt x="991692" y="395833"/>
                </a:lnTo>
                <a:lnTo>
                  <a:pt x="986688" y="420624"/>
                </a:lnTo>
                <a:lnTo>
                  <a:pt x="973023" y="440867"/>
                </a:lnTo>
                <a:lnTo>
                  <a:pt x="952779" y="454520"/>
                </a:lnTo>
                <a:lnTo>
                  <a:pt x="928001" y="459536"/>
                </a:lnTo>
                <a:lnTo>
                  <a:pt x="903185" y="454520"/>
                </a:lnTo>
                <a:lnTo>
                  <a:pt x="882916" y="440867"/>
                </a:lnTo>
                <a:lnTo>
                  <a:pt x="869264" y="420624"/>
                </a:lnTo>
                <a:lnTo>
                  <a:pt x="864247" y="395833"/>
                </a:lnTo>
                <a:lnTo>
                  <a:pt x="869264" y="371030"/>
                </a:lnTo>
                <a:lnTo>
                  <a:pt x="882916" y="350761"/>
                </a:lnTo>
                <a:lnTo>
                  <a:pt x="903185" y="337096"/>
                </a:lnTo>
                <a:lnTo>
                  <a:pt x="928001" y="332092"/>
                </a:lnTo>
                <a:lnTo>
                  <a:pt x="952779" y="337096"/>
                </a:lnTo>
                <a:lnTo>
                  <a:pt x="973035" y="350761"/>
                </a:lnTo>
                <a:lnTo>
                  <a:pt x="986688" y="371030"/>
                </a:lnTo>
                <a:lnTo>
                  <a:pt x="991692" y="395833"/>
                </a:lnTo>
                <a:lnTo>
                  <a:pt x="991692" y="25577"/>
                </a:lnTo>
                <a:lnTo>
                  <a:pt x="917422" y="59766"/>
                </a:lnTo>
                <a:lnTo>
                  <a:pt x="879843" y="84455"/>
                </a:lnTo>
                <a:lnTo>
                  <a:pt x="845083" y="112763"/>
                </a:lnTo>
                <a:lnTo>
                  <a:pt x="813409" y="144437"/>
                </a:lnTo>
                <a:lnTo>
                  <a:pt x="785101" y="179197"/>
                </a:lnTo>
                <a:lnTo>
                  <a:pt x="760412" y="216789"/>
                </a:lnTo>
                <a:lnTo>
                  <a:pt x="739609" y="256921"/>
                </a:lnTo>
                <a:lnTo>
                  <a:pt x="722972" y="299351"/>
                </a:lnTo>
                <a:lnTo>
                  <a:pt x="710755" y="343801"/>
                </a:lnTo>
                <a:lnTo>
                  <a:pt x="703237" y="390004"/>
                </a:lnTo>
                <a:lnTo>
                  <a:pt x="700659" y="437692"/>
                </a:lnTo>
                <a:lnTo>
                  <a:pt x="700659" y="591439"/>
                </a:lnTo>
                <a:lnTo>
                  <a:pt x="1265288" y="591439"/>
                </a:lnTo>
                <a:lnTo>
                  <a:pt x="1265288" y="715225"/>
                </a:lnTo>
                <a:lnTo>
                  <a:pt x="437680" y="715581"/>
                </a:lnTo>
                <a:lnTo>
                  <a:pt x="389991" y="718146"/>
                </a:lnTo>
                <a:lnTo>
                  <a:pt x="343789" y="725678"/>
                </a:lnTo>
                <a:lnTo>
                  <a:pt x="299339" y="737895"/>
                </a:lnTo>
                <a:lnTo>
                  <a:pt x="256908" y="754545"/>
                </a:lnTo>
                <a:lnTo>
                  <a:pt x="216776" y="775347"/>
                </a:lnTo>
                <a:lnTo>
                  <a:pt x="179184" y="800036"/>
                </a:lnTo>
                <a:lnTo>
                  <a:pt x="144424" y="828357"/>
                </a:lnTo>
                <a:lnTo>
                  <a:pt x="112750" y="860031"/>
                </a:lnTo>
                <a:lnTo>
                  <a:pt x="84442" y="894791"/>
                </a:lnTo>
                <a:lnTo>
                  <a:pt x="59753" y="932383"/>
                </a:lnTo>
                <a:lnTo>
                  <a:pt x="38950" y="972527"/>
                </a:lnTo>
                <a:lnTo>
                  <a:pt x="22301" y="1014971"/>
                </a:lnTo>
                <a:lnTo>
                  <a:pt x="10083" y="1059434"/>
                </a:lnTo>
                <a:lnTo>
                  <a:pt x="2565" y="1105649"/>
                </a:lnTo>
                <a:lnTo>
                  <a:pt x="0" y="1153350"/>
                </a:lnTo>
                <a:lnTo>
                  <a:pt x="0" y="1415961"/>
                </a:lnTo>
                <a:lnTo>
                  <a:pt x="2565" y="1463649"/>
                </a:lnTo>
                <a:lnTo>
                  <a:pt x="10083" y="1509864"/>
                </a:lnTo>
                <a:lnTo>
                  <a:pt x="22313" y="1554314"/>
                </a:lnTo>
                <a:lnTo>
                  <a:pt x="38950" y="1596745"/>
                </a:lnTo>
                <a:lnTo>
                  <a:pt x="59753" y="1636877"/>
                </a:lnTo>
                <a:lnTo>
                  <a:pt x="84442" y="1674469"/>
                </a:lnTo>
                <a:lnTo>
                  <a:pt x="112763" y="1709229"/>
                </a:lnTo>
                <a:lnTo>
                  <a:pt x="144424" y="1740903"/>
                </a:lnTo>
                <a:lnTo>
                  <a:pt x="179184" y="1769211"/>
                </a:lnTo>
                <a:lnTo>
                  <a:pt x="216776" y="1793900"/>
                </a:lnTo>
                <a:lnTo>
                  <a:pt x="256908" y="1814703"/>
                </a:lnTo>
                <a:lnTo>
                  <a:pt x="299339" y="1831352"/>
                </a:lnTo>
                <a:lnTo>
                  <a:pt x="343789" y="1843570"/>
                </a:lnTo>
                <a:lnTo>
                  <a:pt x="389991" y="1851088"/>
                </a:lnTo>
                <a:lnTo>
                  <a:pt x="437680" y="1853666"/>
                </a:lnTo>
                <a:lnTo>
                  <a:pt x="688975" y="1853666"/>
                </a:lnTo>
                <a:lnTo>
                  <a:pt x="688975" y="1348359"/>
                </a:lnTo>
                <a:lnTo>
                  <a:pt x="1838934" y="1348359"/>
                </a:lnTo>
                <a:close/>
              </a:path>
              <a:path w="2654935" h="2806700">
                <a:moveTo>
                  <a:pt x="2654681" y="1390243"/>
                </a:moveTo>
                <a:lnTo>
                  <a:pt x="2652115" y="1342555"/>
                </a:lnTo>
                <a:lnTo>
                  <a:pt x="2644584" y="1296339"/>
                </a:lnTo>
                <a:lnTo>
                  <a:pt x="2632367" y="1251889"/>
                </a:lnTo>
                <a:lnTo>
                  <a:pt x="2615730" y="1209459"/>
                </a:lnTo>
                <a:lnTo>
                  <a:pt x="2594927" y="1169327"/>
                </a:lnTo>
                <a:lnTo>
                  <a:pt x="2570238" y="1131735"/>
                </a:lnTo>
                <a:lnTo>
                  <a:pt x="2541917" y="1096975"/>
                </a:lnTo>
                <a:lnTo>
                  <a:pt x="2510244" y="1065301"/>
                </a:lnTo>
                <a:lnTo>
                  <a:pt x="2475484" y="1036980"/>
                </a:lnTo>
                <a:lnTo>
                  <a:pt x="2437904" y="1012291"/>
                </a:lnTo>
                <a:lnTo>
                  <a:pt x="2397760" y="991489"/>
                </a:lnTo>
                <a:lnTo>
                  <a:pt x="2355329" y="974852"/>
                </a:lnTo>
                <a:lnTo>
                  <a:pt x="2310879" y="962634"/>
                </a:lnTo>
                <a:lnTo>
                  <a:pt x="2264676" y="955103"/>
                </a:lnTo>
                <a:lnTo>
                  <a:pt x="2216988" y="952538"/>
                </a:lnTo>
                <a:lnTo>
                  <a:pt x="1965693" y="952538"/>
                </a:lnTo>
                <a:lnTo>
                  <a:pt x="1965693" y="1457833"/>
                </a:lnTo>
                <a:lnTo>
                  <a:pt x="815746" y="1457833"/>
                </a:lnTo>
                <a:lnTo>
                  <a:pt x="815797" y="1746783"/>
                </a:lnTo>
                <a:lnTo>
                  <a:pt x="815924" y="2368512"/>
                </a:lnTo>
                <a:lnTo>
                  <a:pt x="818489" y="2416200"/>
                </a:lnTo>
                <a:lnTo>
                  <a:pt x="826020" y="2462403"/>
                </a:lnTo>
                <a:lnTo>
                  <a:pt x="838238" y="2506853"/>
                </a:lnTo>
                <a:lnTo>
                  <a:pt x="854875" y="2549283"/>
                </a:lnTo>
                <a:lnTo>
                  <a:pt x="875677" y="2589428"/>
                </a:lnTo>
                <a:lnTo>
                  <a:pt x="900379" y="2627007"/>
                </a:lnTo>
                <a:lnTo>
                  <a:pt x="928687" y="2661767"/>
                </a:lnTo>
                <a:lnTo>
                  <a:pt x="960361" y="2693441"/>
                </a:lnTo>
                <a:lnTo>
                  <a:pt x="995133" y="2721749"/>
                </a:lnTo>
                <a:lnTo>
                  <a:pt x="1032725" y="2746451"/>
                </a:lnTo>
                <a:lnTo>
                  <a:pt x="1072870" y="2767241"/>
                </a:lnTo>
                <a:lnTo>
                  <a:pt x="1115301" y="2783890"/>
                </a:lnTo>
                <a:lnTo>
                  <a:pt x="1159764" y="2796108"/>
                </a:lnTo>
                <a:lnTo>
                  <a:pt x="1205979" y="2803639"/>
                </a:lnTo>
                <a:lnTo>
                  <a:pt x="1253680" y="2806204"/>
                </a:lnTo>
                <a:lnTo>
                  <a:pt x="1516303" y="2806204"/>
                </a:lnTo>
                <a:lnTo>
                  <a:pt x="1564005" y="2803639"/>
                </a:lnTo>
                <a:lnTo>
                  <a:pt x="1610220" y="2796108"/>
                </a:lnTo>
                <a:lnTo>
                  <a:pt x="1654670" y="2783890"/>
                </a:lnTo>
                <a:lnTo>
                  <a:pt x="1697101" y="2767241"/>
                </a:lnTo>
                <a:lnTo>
                  <a:pt x="1737245" y="2746451"/>
                </a:lnTo>
                <a:lnTo>
                  <a:pt x="1774825" y="2721749"/>
                </a:lnTo>
                <a:lnTo>
                  <a:pt x="1809584" y="2693441"/>
                </a:lnTo>
                <a:lnTo>
                  <a:pt x="1841258" y="2661767"/>
                </a:lnTo>
                <a:lnTo>
                  <a:pt x="1869567" y="2627007"/>
                </a:lnTo>
                <a:lnTo>
                  <a:pt x="1894255" y="2589428"/>
                </a:lnTo>
                <a:lnTo>
                  <a:pt x="1915058" y="2549283"/>
                </a:lnTo>
                <a:lnTo>
                  <a:pt x="1931695" y="2506853"/>
                </a:lnTo>
                <a:lnTo>
                  <a:pt x="1943912" y="2462403"/>
                </a:lnTo>
                <a:lnTo>
                  <a:pt x="1951443" y="2416200"/>
                </a:lnTo>
                <a:lnTo>
                  <a:pt x="1954009" y="2368512"/>
                </a:lnTo>
                <a:lnTo>
                  <a:pt x="1954009" y="2346668"/>
                </a:lnTo>
                <a:lnTo>
                  <a:pt x="1954009" y="2214765"/>
                </a:lnTo>
                <a:lnTo>
                  <a:pt x="1790433" y="2214765"/>
                </a:lnTo>
                <a:lnTo>
                  <a:pt x="1790433" y="2410371"/>
                </a:lnTo>
                <a:lnTo>
                  <a:pt x="1785416" y="2435174"/>
                </a:lnTo>
                <a:lnTo>
                  <a:pt x="1771764" y="2455443"/>
                </a:lnTo>
                <a:lnTo>
                  <a:pt x="1751495" y="2469108"/>
                </a:lnTo>
                <a:lnTo>
                  <a:pt x="1726679" y="2474112"/>
                </a:lnTo>
                <a:lnTo>
                  <a:pt x="1701901" y="2469108"/>
                </a:lnTo>
                <a:lnTo>
                  <a:pt x="1681645" y="2455443"/>
                </a:lnTo>
                <a:lnTo>
                  <a:pt x="1667992" y="2435174"/>
                </a:lnTo>
                <a:lnTo>
                  <a:pt x="1662988" y="2410371"/>
                </a:lnTo>
                <a:lnTo>
                  <a:pt x="1667992" y="2385580"/>
                </a:lnTo>
                <a:lnTo>
                  <a:pt x="1681645" y="2365337"/>
                </a:lnTo>
                <a:lnTo>
                  <a:pt x="1701901" y="2351684"/>
                </a:lnTo>
                <a:lnTo>
                  <a:pt x="1726679" y="2346668"/>
                </a:lnTo>
                <a:lnTo>
                  <a:pt x="1751495" y="2351684"/>
                </a:lnTo>
                <a:lnTo>
                  <a:pt x="1771764" y="2365337"/>
                </a:lnTo>
                <a:lnTo>
                  <a:pt x="1785416" y="2385580"/>
                </a:lnTo>
                <a:lnTo>
                  <a:pt x="1790433" y="2410371"/>
                </a:lnTo>
                <a:lnTo>
                  <a:pt x="1790433" y="2214765"/>
                </a:lnTo>
                <a:lnTo>
                  <a:pt x="1389392" y="2214765"/>
                </a:lnTo>
                <a:lnTo>
                  <a:pt x="1389392" y="2090978"/>
                </a:lnTo>
                <a:lnTo>
                  <a:pt x="2216988" y="2090623"/>
                </a:lnTo>
                <a:lnTo>
                  <a:pt x="2264676" y="2088057"/>
                </a:lnTo>
                <a:lnTo>
                  <a:pt x="2310879" y="2080526"/>
                </a:lnTo>
                <a:lnTo>
                  <a:pt x="2355329" y="2068309"/>
                </a:lnTo>
                <a:lnTo>
                  <a:pt x="2397760" y="2051659"/>
                </a:lnTo>
                <a:lnTo>
                  <a:pt x="2437892" y="2030869"/>
                </a:lnTo>
                <a:lnTo>
                  <a:pt x="2475484" y="2006168"/>
                </a:lnTo>
                <a:lnTo>
                  <a:pt x="2510244" y="1977847"/>
                </a:lnTo>
                <a:lnTo>
                  <a:pt x="2541917" y="1946173"/>
                </a:lnTo>
                <a:lnTo>
                  <a:pt x="2570226" y="1911413"/>
                </a:lnTo>
                <a:lnTo>
                  <a:pt x="2594914" y="1873821"/>
                </a:lnTo>
                <a:lnTo>
                  <a:pt x="2615717" y="1833676"/>
                </a:lnTo>
                <a:lnTo>
                  <a:pt x="2632367" y="1791246"/>
                </a:lnTo>
                <a:lnTo>
                  <a:pt x="2644584" y="1746783"/>
                </a:lnTo>
                <a:lnTo>
                  <a:pt x="2652115" y="1700568"/>
                </a:lnTo>
                <a:lnTo>
                  <a:pt x="2654681" y="1652866"/>
                </a:lnTo>
                <a:lnTo>
                  <a:pt x="2654681" y="13902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0093" y="6881744"/>
            <a:ext cx="5789867" cy="132387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37222" y="7265853"/>
            <a:ext cx="5140550" cy="278153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074709" y="6672326"/>
            <a:ext cx="5506008" cy="222318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D5C5CD5-FD67-4C04-B069-66AD473472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177" y="2201136"/>
            <a:ext cx="6502734" cy="461033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5FF9F0F-2A75-45AA-9401-7D49058AF38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2450" y="1628830"/>
            <a:ext cx="5169166" cy="45595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877" y="716601"/>
            <a:ext cx="11339968" cy="8824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5324" y="2666476"/>
            <a:ext cx="17990944" cy="67959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877" y="716601"/>
            <a:ext cx="8985982" cy="8805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295" y="701385"/>
            <a:ext cx="5078052" cy="69598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2340" y="2403804"/>
            <a:ext cx="18644127" cy="73877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0</Words>
  <Application>Microsoft Office PowerPoint</Application>
  <PresentationFormat>Произвольный</PresentationFormat>
  <Paragraphs>0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4" baseType="lpstr"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Grigor Ogannisyan</dc:creator>
  <cp:lastModifiedBy>Grigor Ogannisyan</cp:lastModifiedBy>
  <cp:revision>2</cp:revision>
  <dcterms:created xsi:type="dcterms:W3CDTF">2025-12-17T22:53:24Z</dcterms:created>
  <dcterms:modified xsi:type="dcterms:W3CDTF">2025-12-17T23:20:01Z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2025-12-17T00:00:00Z</vt:filetime>
  </property>
  <property fmtid="{D5CDD505-2E9C-101B-9397-08002B2CF9AE}" pid="3" name="LastSaved">
    <vt:filetime>2025-12-17T00:00:00Z</vt:filetime>
  </property>
</Properties>
</file>